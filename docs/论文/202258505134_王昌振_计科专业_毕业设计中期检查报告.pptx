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80" r:id="rId4"/>
  </p:sldMasterIdLst>
  <p:sldIdLst>
    <p:sldId id="317" r:id="rId5"/>
    <p:sldId id="304" r:id="rId6"/>
    <p:sldId id="318" r:id="rId7"/>
    <p:sldId id="306" r:id="rId8"/>
    <p:sldId id="319" r:id="rId9"/>
    <p:sldId id="308" r:id="rId10"/>
    <p:sldId id="320" r:id="rId11"/>
    <p:sldId id="310" r:id="rId12"/>
    <p:sldId id="324" r:id="rId13"/>
    <p:sldId id="321" r:id="rId14"/>
    <p:sldId id="313" r:id="rId15"/>
    <p:sldId id="323" r:id="rId16"/>
  </p:sldIdLst>
  <p:sldSz cx="12192000" cy="6858000"/>
  <p:notesSz cx="7103745" cy="1023429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52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image" Target="../media/image2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04.xml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1" Type="http://schemas.openxmlformats.org/officeDocument/2006/relationships/tags" Target="../tags/tag316.xml"/><Relationship Id="rId20" Type="http://schemas.openxmlformats.org/officeDocument/2006/relationships/tags" Target="../tags/tag315.xml"/><Relationship Id="rId2" Type="http://schemas.openxmlformats.org/officeDocument/2006/relationships/tags" Target="../tags/tag297.xml"/><Relationship Id="rId19" Type="http://schemas.openxmlformats.org/officeDocument/2006/relationships/tags" Target="../tags/tag314.xml"/><Relationship Id="rId18" Type="http://schemas.openxmlformats.org/officeDocument/2006/relationships/tags" Target="../tags/tag313.xml"/><Relationship Id="rId17" Type="http://schemas.openxmlformats.org/officeDocument/2006/relationships/tags" Target="../tags/tag312.xml"/><Relationship Id="rId16" Type="http://schemas.openxmlformats.org/officeDocument/2006/relationships/tags" Target="../tags/tag311.xml"/><Relationship Id="rId15" Type="http://schemas.openxmlformats.org/officeDocument/2006/relationships/tags" Target="../tags/tag310.xml"/><Relationship Id="rId14" Type="http://schemas.openxmlformats.org/officeDocument/2006/relationships/tags" Target="../tags/tag309.xml"/><Relationship Id="rId13" Type="http://schemas.openxmlformats.org/officeDocument/2006/relationships/tags" Target="../tags/tag308.xml"/><Relationship Id="rId12" Type="http://schemas.openxmlformats.org/officeDocument/2006/relationships/tags" Target="../tags/tag307.xml"/><Relationship Id="rId11" Type="http://schemas.openxmlformats.org/officeDocument/2006/relationships/tags" Target="../tags/tag306.xml"/><Relationship Id="rId10" Type="http://schemas.openxmlformats.org/officeDocument/2006/relationships/tags" Target="../tags/tag305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7" Type="http://schemas.openxmlformats.org/officeDocument/2006/relationships/tags" Target="../tags/tag332.xml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5" Type="http://schemas.openxmlformats.org/officeDocument/2006/relationships/tags" Target="../tags/tag359.xml"/><Relationship Id="rId14" Type="http://schemas.openxmlformats.org/officeDocument/2006/relationships/tags" Target="../tags/tag358.xml"/><Relationship Id="rId13" Type="http://schemas.openxmlformats.org/officeDocument/2006/relationships/tags" Target="../tags/tag357.xml"/><Relationship Id="rId12" Type="http://schemas.openxmlformats.org/officeDocument/2006/relationships/tags" Target="../tags/tag356.xml"/><Relationship Id="rId11" Type="http://schemas.openxmlformats.org/officeDocument/2006/relationships/tags" Target="../tags/tag355.xml"/><Relationship Id="rId10" Type="http://schemas.openxmlformats.org/officeDocument/2006/relationships/tags" Target="../tags/tag354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7" Type="http://schemas.openxmlformats.org/officeDocument/2006/relationships/tags" Target="../tags/tag386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3" Type="http://schemas.openxmlformats.org/officeDocument/2006/relationships/tags" Target="../tags/tag398.xml"/><Relationship Id="rId12" Type="http://schemas.openxmlformats.org/officeDocument/2006/relationships/tags" Target="../tags/tag397.xml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06.xml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7" Type="http://schemas.openxmlformats.org/officeDocument/2006/relationships/tags" Target="../tags/tag414.xml"/><Relationship Id="rId16" Type="http://schemas.openxmlformats.org/officeDocument/2006/relationships/tags" Target="../tags/tag413.xml"/><Relationship Id="rId15" Type="http://schemas.openxmlformats.org/officeDocument/2006/relationships/tags" Target="../tags/tag412.xml"/><Relationship Id="rId14" Type="http://schemas.openxmlformats.org/officeDocument/2006/relationships/tags" Target="../tags/tag411.xml"/><Relationship Id="rId13" Type="http://schemas.openxmlformats.org/officeDocument/2006/relationships/tags" Target="../tags/tag410.xml"/><Relationship Id="rId12" Type="http://schemas.openxmlformats.org/officeDocument/2006/relationships/tags" Target="../tags/tag409.xml"/><Relationship Id="rId11" Type="http://schemas.openxmlformats.org/officeDocument/2006/relationships/tags" Target="../tags/tag408.xml"/><Relationship Id="rId10" Type="http://schemas.openxmlformats.org/officeDocument/2006/relationships/tags" Target="../tags/tag407.xm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32.xml"/><Relationship Id="rId8" Type="http://schemas.openxmlformats.org/officeDocument/2006/relationships/tags" Target="../tags/tag431.xml"/><Relationship Id="rId7" Type="http://schemas.openxmlformats.org/officeDocument/2006/relationships/tags" Target="../tags/tag430.xml"/><Relationship Id="rId6" Type="http://schemas.openxmlformats.org/officeDocument/2006/relationships/tags" Target="../tags/tag429.xml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7" Type="http://schemas.openxmlformats.org/officeDocument/2006/relationships/tags" Target="../tags/tag440.xml"/><Relationship Id="rId16" Type="http://schemas.openxmlformats.org/officeDocument/2006/relationships/tags" Target="../tags/tag439.xml"/><Relationship Id="rId15" Type="http://schemas.openxmlformats.org/officeDocument/2006/relationships/tags" Target="../tags/tag438.xml"/><Relationship Id="rId14" Type="http://schemas.openxmlformats.org/officeDocument/2006/relationships/tags" Target="../tags/tag437.xml"/><Relationship Id="rId13" Type="http://schemas.openxmlformats.org/officeDocument/2006/relationships/tags" Target="../tags/tag436.xml"/><Relationship Id="rId12" Type="http://schemas.openxmlformats.org/officeDocument/2006/relationships/tags" Target="../tags/tag435.xml"/><Relationship Id="rId11" Type="http://schemas.openxmlformats.org/officeDocument/2006/relationships/tags" Target="../tags/tag434.xml"/><Relationship Id="rId10" Type="http://schemas.openxmlformats.org/officeDocument/2006/relationships/tags" Target="../tags/tag433.xml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448.xml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4" Type="http://schemas.openxmlformats.org/officeDocument/2006/relationships/tags" Target="../tags/tag463.xml"/><Relationship Id="rId23" Type="http://schemas.openxmlformats.org/officeDocument/2006/relationships/tags" Target="../tags/tag462.xml"/><Relationship Id="rId22" Type="http://schemas.openxmlformats.org/officeDocument/2006/relationships/tags" Target="../tags/tag461.xml"/><Relationship Id="rId21" Type="http://schemas.openxmlformats.org/officeDocument/2006/relationships/tags" Target="../tags/tag460.xml"/><Relationship Id="rId20" Type="http://schemas.openxmlformats.org/officeDocument/2006/relationships/tags" Target="../tags/tag459.xml"/><Relationship Id="rId2" Type="http://schemas.openxmlformats.org/officeDocument/2006/relationships/tags" Target="../tags/tag441.xml"/><Relationship Id="rId19" Type="http://schemas.openxmlformats.org/officeDocument/2006/relationships/tags" Target="../tags/tag458.xml"/><Relationship Id="rId18" Type="http://schemas.openxmlformats.org/officeDocument/2006/relationships/tags" Target="../tags/tag457.xml"/><Relationship Id="rId17" Type="http://schemas.openxmlformats.org/officeDocument/2006/relationships/tags" Target="../tags/tag456.xml"/><Relationship Id="rId16" Type="http://schemas.openxmlformats.org/officeDocument/2006/relationships/tags" Target="../tags/tag455.xml"/><Relationship Id="rId15" Type="http://schemas.openxmlformats.org/officeDocument/2006/relationships/tags" Target="../tags/tag454.xml"/><Relationship Id="rId14" Type="http://schemas.openxmlformats.org/officeDocument/2006/relationships/tags" Target="../tags/tag453.xml"/><Relationship Id="rId13" Type="http://schemas.openxmlformats.org/officeDocument/2006/relationships/tags" Target="../tags/tag452.xml"/><Relationship Id="rId12" Type="http://schemas.openxmlformats.org/officeDocument/2006/relationships/tags" Target="../tags/tag451.xml"/><Relationship Id="rId11" Type="http://schemas.openxmlformats.org/officeDocument/2006/relationships/tags" Target="../tags/tag450.xml"/><Relationship Id="rId10" Type="http://schemas.openxmlformats.org/officeDocument/2006/relationships/tags" Target="../tags/tag449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任意多边形 7"/>
          <p:cNvSpPr/>
          <p:nvPr userDrawn="1">
            <p:custDataLst>
              <p:tags r:id="rId7"/>
            </p:custDataLst>
          </p:nvPr>
        </p:nvSpPr>
        <p:spPr>
          <a:xfrm>
            <a:off x="8864596" y="0"/>
            <a:ext cx="3327400" cy="6858000"/>
          </a:xfrm>
          <a:custGeom>
            <a:avLst/>
            <a:gdLst>
              <a:gd name="connisteX0" fmla="*/ 1758226 w 3327401"/>
              <a:gd name="connsiteY0" fmla="*/ 0 h 6858000"/>
              <a:gd name="connisteX1" fmla="*/ 3327401 w 3327401"/>
              <a:gd name="connsiteY1" fmla="*/ 0 h 6858000"/>
              <a:gd name="connisteX2" fmla="*/ 3327401 w 3327401"/>
              <a:gd name="connsiteY2" fmla="*/ 6858000 h 6858000"/>
              <a:gd name="connisteX3" fmla="*/ 0 w 3327401"/>
              <a:gd name="connsiteY3" fmla="*/ 6858000 h 6858000"/>
              <a:gd name="connisteX4" fmla="*/ 1758226 w 3327401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327401" h="6858000">
                <a:moveTo>
                  <a:pt x="1758227" y="0"/>
                </a:moveTo>
                <a:lnTo>
                  <a:pt x="3327401" y="0"/>
                </a:lnTo>
                <a:lnTo>
                  <a:pt x="3327401" y="6858000"/>
                </a:lnTo>
                <a:lnTo>
                  <a:pt x="0" y="6858000"/>
                </a:lnTo>
                <a:lnTo>
                  <a:pt x="1758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8"/>
            </p:custDataLst>
          </p:nvPr>
        </p:nvSpPr>
        <p:spPr>
          <a:xfrm>
            <a:off x="9924203" y="4114800"/>
            <a:ext cx="2267585" cy="2742565"/>
          </a:xfrm>
          <a:custGeom>
            <a:avLst/>
            <a:gdLst>
              <a:gd name="connisteX0" fmla="*/ 2267785 w 2267794"/>
              <a:gd name="connsiteY0" fmla="*/ 195937 h 2743172"/>
              <a:gd name="connisteX1" fmla="*/ 2267785 w 2267794"/>
              <a:gd name="connsiteY1" fmla="*/ 2743172 h 2743172"/>
              <a:gd name="connisteX2" fmla="*/ 502517 w 2267794"/>
              <a:gd name="connsiteY2" fmla="*/ 2743172 h 2743172"/>
              <a:gd name="connisteX3" fmla="*/ 10652 w 2267794"/>
              <a:gd name="connsiteY3" fmla="*/ 924888 h 2743172"/>
              <a:gd name="connisteX4" fmla="*/ 225481 w 2267794"/>
              <a:gd name="connsiteY4" fmla="*/ 551026 h 2743172"/>
              <a:gd name="connisteX5" fmla="*/ 2267785 w 2267794"/>
              <a:gd name="connsiteY5" fmla="*/ 0 h 2743172"/>
              <a:gd name="connisteX6" fmla="*/ 2267785 w 2267794"/>
              <a:gd name="connsiteY6" fmla="*/ 195937 h 27431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267794" h="2743173">
                <a:moveTo>
                  <a:pt x="2267785" y="195938"/>
                </a:moveTo>
                <a:lnTo>
                  <a:pt x="2267785" y="2743173"/>
                </a:lnTo>
                <a:lnTo>
                  <a:pt x="502518" y="2743173"/>
                </a:lnTo>
                <a:lnTo>
                  <a:pt x="10653" y="924888"/>
                </a:lnTo>
                <a:cubicBezTo>
                  <a:pt x="-33330" y="762317"/>
                  <a:pt x="62874" y="594899"/>
                  <a:pt x="225482" y="551027"/>
                </a:cubicBezTo>
                <a:lnTo>
                  <a:pt x="2267785" y="0"/>
                </a:lnTo>
                <a:lnTo>
                  <a:pt x="2267785" y="195938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10545958" y="4648197"/>
            <a:ext cx="1645920" cy="2210435"/>
          </a:xfrm>
          <a:custGeom>
            <a:avLst/>
            <a:gdLst>
              <a:gd name="connisteX0" fmla="*/ 401430 w 1646038"/>
              <a:gd name="connsiteY0" fmla="*/ 2209803 h 2209803"/>
              <a:gd name="connisteX1" fmla="*/ 1646038 w 1646038"/>
              <a:gd name="connsiteY1" fmla="*/ 2209803 h 2209803"/>
              <a:gd name="connisteX2" fmla="*/ 1646038 w 1646038"/>
              <a:gd name="connsiteY2" fmla="*/ 1591056 h 2209803"/>
              <a:gd name="connisteX3" fmla="*/ 1646038 w 1646038"/>
              <a:gd name="connsiteY3" fmla="*/ 0 h 2209803"/>
              <a:gd name="connisteX4" fmla="*/ 226487 w 1646038"/>
              <a:gd name="connsiteY4" fmla="*/ 377766 h 2209803"/>
              <a:gd name="connisteX5" fmla="*/ 10469 w 1646038"/>
              <a:gd name="connsiteY5" fmla="*/ 751234 h 2209803"/>
              <a:gd name="connisteX6" fmla="*/ 401430 w 1646038"/>
              <a:gd name="connsiteY6" fmla="*/ 2209803 h 22098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46039" h="2209803">
                <a:moveTo>
                  <a:pt x="401431" y="2209803"/>
                </a:moveTo>
                <a:lnTo>
                  <a:pt x="1646039" y="2209803"/>
                </a:lnTo>
                <a:lnTo>
                  <a:pt x="1646039" y="1591056"/>
                </a:lnTo>
                <a:lnTo>
                  <a:pt x="1646039" y="0"/>
                </a:lnTo>
                <a:lnTo>
                  <a:pt x="226488" y="377766"/>
                </a:lnTo>
                <a:cubicBezTo>
                  <a:pt x="63606" y="421109"/>
                  <a:pt x="-33174" y="588426"/>
                  <a:pt x="10470" y="751234"/>
                </a:cubicBezTo>
                <a:lnTo>
                  <a:pt x="401431" y="2209803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10"/>
            </p:custDataLst>
          </p:nvPr>
        </p:nvSpPr>
        <p:spPr>
          <a:xfrm>
            <a:off x="11166827" y="5168920"/>
            <a:ext cx="1024890" cy="1689100"/>
          </a:xfrm>
          <a:custGeom>
            <a:avLst/>
            <a:gdLst>
              <a:gd name="connisteX0" fmla="*/ 1025161 w 1025161"/>
              <a:gd name="connsiteY0" fmla="*/ 1689070 h 1689079"/>
              <a:gd name="connisteX1" fmla="*/ 301258 w 1025161"/>
              <a:gd name="connsiteY1" fmla="*/ 1689070 h 1689079"/>
              <a:gd name="connisteX2" fmla="*/ 10195 w 1025161"/>
              <a:gd name="connsiteY2" fmla="*/ 587950 h 1689079"/>
              <a:gd name="connisteX3" fmla="*/ 225463 w 1025161"/>
              <a:gd name="connsiteY3" fmla="*/ 215780 h 1689079"/>
              <a:gd name="connisteX4" fmla="*/ 1025161 w 1025161"/>
              <a:gd name="connsiteY4" fmla="*/ 0 h 1689079"/>
              <a:gd name="connisteX5" fmla="*/ 1025161 w 1025161"/>
              <a:gd name="connsiteY5" fmla="*/ 1689070 h 16890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025161" h="1689080">
                <a:moveTo>
                  <a:pt x="1025161" y="1689071"/>
                </a:moveTo>
                <a:lnTo>
                  <a:pt x="301258" y="1689071"/>
                </a:lnTo>
                <a:lnTo>
                  <a:pt x="10196" y="587950"/>
                </a:lnTo>
                <a:cubicBezTo>
                  <a:pt x="-32672" y="425800"/>
                  <a:pt x="63533" y="259479"/>
                  <a:pt x="225464" y="215780"/>
                </a:cubicBezTo>
                <a:lnTo>
                  <a:pt x="1025161" y="0"/>
                </a:lnTo>
                <a:lnTo>
                  <a:pt x="1025161" y="168907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11"/>
            </p:custDataLst>
          </p:nvPr>
        </p:nvSpPr>
        <p:spPr>
          <a:xfrm>
            <a:off x="0" y="6349996"/>
            <a:ext cx="508000" cy="50863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12"/>
            </p:custDataLst>
          </p:nvPr>
        </p:nvSpPr>
        <p:spPr>
          <a:xfrm>
            <a:off x="1015999" y="1945642"/>
            <a:ext cx="1752614" cy="381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141223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20XX YEAR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1016000" y="2392680"/>
            <a:ext cx="8572500" cy="255587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smtClean="0"/>
              <a:t>高校毕业论文答辩
通用模板</a:t>
            </a:r>
            <a:endParaRPr lang="zh-CN" altLang="en-US" smtClean="0"/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015999" y="532129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61be7466cc40d4ab\datas\氛围图-6002&amp;64584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-1-5_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 fontScale="90000"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目录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10013_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5080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5638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48_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4605866"/>
              <a:gd name="connsiteY0" fmla="*/ 203200 h 6299200"/>
              <a:gd name="connisteX1" fmla="*/ 203200 w 4605866"/>
              <a:gd name="connsiteY1" fmla="*/ 0 h 6299200"/>
              <a:gd name="connisteX2" fmla="*/ 4402666 w 4605866"/>
              <a:gd name="connsiteY2" fmla="*/ 0 h 6299200"/>
              <a:gd name="connisteX3" fmla="*/ 4605866 w 4605866"/>
              <a:gd name="connsiteY3" fmla="*/ 203200 h 6299200"/>
              <a:gd name="connisteX4" fmla="*/ 4605866 w 4605866"/>
              <a:gd name="connsiteY4" fmla="*/ 6096000 h 6299200"/>
              <a:gd name="connisteX5" fmla="*/ 4402666 w 4605866"/>
              <a:gd name="connsiteY5" fmla="*/ 6299200 h 6299200"/>
              <a:gd name="connisteX6" fmla="*/ 203200 w 4605866"/>
              <a:gd name="connsiteY6" fmla="*/ 6299200 h 6299200"/>
              <a:gd name="connisteX7" fmla="*/ 0 w 4605866"/>
              <a:gd name="connsiteY7" fmla="*/ 6096000 h 6299200"/>
              <a:gd name="connisteX8" fmla="*/ 0 w 4605866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605867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6096000"/>
                </a:lnTo>
                <a:cubicBezTo>
                  <a:pt x="4605867" y="6208224"/>
                  <a:pt x="4514891" y="6299200"/>
                  <a:pt x="4402667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4605866"/>
              <a:gd name="connsiteY0" fmla="*/ 203200 h 6299200"/>
              <a:gd name="connisteX1" fmla="*/ 203200 w 4605866"/>
              <a:gd name="connsiteY1" fmla="*/ 0 h 6299200"/>
              <a:gd name="connisteX2" fmla="*/ 4402666 w 4605866"/>
              <a:gd name="connsiteY2" fmla="*/ 0 h 6299200"/>
              <a:gd name="connisteX3" fmla="*/ 4605866 w 4605866"/>
              <a:gd name="connsiteY3" fmla="*/ 203200 h 6299200"/>
              <a:gd name="connisteX4" fmla="*/ 4605866 w 4605866"/>
              <a:gd name="connsiteY4" fmla="*/ 6096000 h 6299200"/>
              <a:gd name="connisteX5" fmla="*/ 4402666 w 4605866"/>
              <a:gd name="connsiteY5" fmla="*/ 6299200 h 6299200"/>
              <a:gd name="connisteX6" fmla="*/ 203200 w 4605866"/>
              <a:gd name="connsiteY6" fmla="*/ 6299200 h 6299200"/>
              <a:gd name="connisteX7" fmla="*/ 0 w 4605866"/>
              <a:gd name="connsiteY7" fmla="*/ 6096000 h 6299200"/>
              <a:gd name="connisteX8" fmla="*/ 0 w 4605866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605867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6096000"/>
                </a:lnTo>
                <a:cubicBezTo>
                  <a:pt x="4605867" y="6208224"/>
                  <a:pt x="4514891" y="6299200"/>
                  <a:pt x="4402667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4605866"/>
              <a:gd name="connsiteY0" fmla="*/ 203200 h 6299200"/>
              <a:gd name="connisteX1" fmla="*/ 203200 w 4605866"/>
              <a:gd name="connsiteY1" fmla="*/ 0 h 6299200"/>
              <a:gd name="connisteX2" fmla="*/ 4402666 w 4605866"/>
              <a:gd name="connsiteY2" fmla="*/ 0 h 6299200"/>
              <a:gd name="connisteX3" fmla="*/ 4605866 w 4605866"/>
              <a:gd name="connsiteY3" fmla="*/ 203200 h 6299200"/>
              <a:gd name="connisteX4" fmla="*/ 4605866 w 4605866"/>
              <a:gd name="connsiteY4" fmla="*/ 6096000 h 6299200"/>
              <a:gd name="connisteX5" fmla="*/ 4402666 w 4605866"/>
              <a:gd name="connsiteY5" fmla="*/ 6299200 h 6299200"/>
              <a:gd name="connisteX6" fmla="*/ 203200 w 4605866"/>
              <a:gd name="connsiteY6" fmla="*/ 6299200 h 6299200"/>
              <a:gd name="connisteX7" fmla="*/ 0 w 4605866"/>
              <a:gd name="connsiteY7" fmla="*/ 6096000 h 6299200"/>
              <a:gd name="connisteX8" fmla="*/ 0 w 4605866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605867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6096000"/>
                </a:lnTo>
                <a:cubicBezTo>
                  <a:pt x="4605867" y="6208224"/>
                  <a:pt x="4514891" y="6299200"/>
                  <a:pt x="4402667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31_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7112000"/>
              <a:gd name="connsiteY0" fmla="*/ 203200 h 6299200"/>
              <a:gd name="connisteX1" fmla="*/ 203200 w 7112000"/>
              <a:gd name="connsiteY1" fmla="*/ 0 h 6299200"/>
              <a:gd name="connisteX2" fmla="*/ 6908800 w 7112000"/>
              <a:gd name="connsiteY2" fmla="*/ 0 h 6299200"/>
              <a:gd name="connisteX3" fmla="*/ 7112000 w 7112000"/>
              <a:gd name="connsiteY3" fmla="*/ 203200 h 6299200"/>
              <a:gd name="connisteX4" fmla="*/ 7112000 w 7112000"/>
              <a:gd name="connsiteY4" fmla="*/ 6096000 h 6299200"/>
              <a:gd name="connisteX5" fmla="*/ 6908800 w 7112000"/>
              <a:gd name="connsiteY5" fmla="*/ 6299200 h 6299200"/>
              <a:gd name="connisteX6" fmla="*/ 203200 w 7112000"/>
              <a:gd name="connsiteY6" fmla="*/ 6299200 h 6299200"/>
              <a:gd name="connisteX7" fmla="*/ 0 w 7112000"/>
              <a:gd name="connsiteY7" fmla="*/ 6096000 h 6299200"/>
              <a:gd name="connisteX8" fmla="*/ 0 w 7112000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112000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08800" y="0"/>
                </a:lnTo>
                <a:cubicBezTo>
                  <a:pt x="7021024" y="0"/>
                  <a:pt x="7112000" y="90976"/>
                  <a:pt x="7112000" y="203200"/>
                </a:cubicBezTo>
                <a:lnTo>
                  <a:pt x="7112000" y="6096000"/>
                </a:lnTo>
                <a:cubicBezTo>
                  <a:pt x="7112000" y="6208224"/>
                  <a:pt x="7021024" y="6299200"/>
                  <a:pt x="6908800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22098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9530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7112000"/>
              <a:gd name="connsiteY0" fmla="*/ 203200 h 6299200"/>
              <a:gd name="connisteX1" fmla="*/ 203200 w 7112000"/>
              <a:gd name="connsiteY1" fmla="*/ 0 h 6299200"/>
              <a:gd name="connisteX2" fmla="*/ 6908800 w 7112000"/>
              <a:gd name="connsiteY2" fmla="*/ 0 h 6299200"/>
              <a:gd name="connisteX3" fmla="*/ 7112000 w 7112000"/>
              <a:gd name="connsiteY3" fmla="*/ 203200 h 6299200"/>
              <a:gd name="connisteX4" fmla="*/ 7112000 w 7112000"/>
              <a:gd name="connsiteY4" fmla="*/ 6096000 h 6299200"/>
              <a:gd name="connisteX5" fmla="*/ 6908800 w 7112000"/>
              <a:gd name="connsiteY5" fmla="*/ 6299200 h 6299200"/>
              <a:gd name="connisteX6" fmla="*/ 203200 w 7112000"/>
              <a:gd name="connsiteY6" fmla="*/ 6299200 h 6299200"/>
              <a:gd name="connisteX7" fmla="*/ 0 w 7112000"/>
              <a:gd name="connsiteY7" fmla="*/ 6096000 h 6299200"/>
              <a:gd name="connisteX8" fmla="*/ 0 w 7112000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112000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08800" y="0"/>
                </a:lnTo>
                <a:cubicBezTo>
                  <a:pt x="7021024" y="0"/>
                  <a:pt x="7112000" y="90976"/>
                  <a:pt x="7112000" y="203200"/>
                </a:cubicBezTo>
                <a:lnTo>
                  <a:pt x="7112000" y="6096000"/>
                </a:lnTo>
                <a:cubicBezTo>
                  <a:pt x="7112000" y="6208224"/>
                  <a:pt x="7021024" y="6299200"/>
                  <a:pt x="6908800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78486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6548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654800" y="49530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10014_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02400" y="15240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02400" y="20828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02400" y="40386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02400" y="45974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62_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4648200" y="609600"/>
            <a:ext cx="50800" cy="1727200"/>
          </a:xfrm>
          <a:custGeom>
            <a:avLst/>
            <a:gdLst>
              <a:gd name="connisteX0" fmla="*/ 0 w 67733"/>
              <a:gd name="connsiteY0" fmla="*/ 33866 h 2302933"/>
              <a:gd name="connisteX1" fmla="*/ 33866 w 67733"/>
              <a:gd name="connsiteY1" fmla="*/ 0 h 2302933"/>
              <a:gd name="connisteX2" fmla="*/ 33866 w 67733"/>
              <a:gd name="connsiteY2" fmla="*/ 0 h 2302933"/>
              <a:gd name="connisteX3" fmla="*/ 67733 w 67733"/>
              <a:gd name="connsiteY3" fmla="*/ 33866 h 2302933"/>
              <a:gd name="connisteX4" fmla="*/ 67733 w 67733"/>
              <a:gd name="connsiteY4" fmla="*/ 2269066 h 2302933"/>
              <a:gd name="connisteX5" fmla="*/ 33866 w 67733"/>
              <a:gd name="connsiteY5" fmla="*/ 2302933 h 2302933"/>
              <a:gd name="connisteX6" fmla="*/ 33866 w 67733"/>
              <a:gd name="connsiteY6" fmla="*/ 2302933 h 2302933"/>
              <a:gd name="connisteX7" fmla="*/ 0 w 67733"/>
              <a:gd name="connsiteY7" fmla="*/ 2269066 h 2302933"/>
              <a:gd name="connisteX8" fmla="*/ 0 w 67733"/>
              <a:gd name="connsiteY8" fmla="*/ 33866 h 23029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7733" h="2302933">
                <a:moveTo>
                  <a:pt x="0" y="33867"/>
                </a:moveTo>
                <a:cubicBezTo>
                  <a:pt x="0" y="15163"/>
                  <a:pt x="15163" y="0"/>
                  <a:pt x="33867" y="0"/>
                </a:cubicBezTo>
                <a:lnTo>
                  <a:pt x="33867" y="0"/>
                </a:lnTo>
                <a:cubicBezTo>
                  <a:pt x="52571" y="0"/>
                  <a:pt x="67733" y="15163"/>
                  <a:pt x="67733" y="33867"/>
                </a:cubicBezTo>
                <a:lnTo>
                  <a:pt x="67733" y="2269067"/>
                </a:lnTo>
                <a:cubicBezTo>
                  <a:pt x="67733" y="2287771"/>
                  <a:pt x="52571" y="2302933"/>
                  <a:pt x="33867" y="2302933"/>
                </a:cubicBezTo>
                <a:lnTo>
                  <a:pt x="33867" y="2302933"/>
                </a:lnTo>
                <a:cubicBezTo>
                  <a:pt x="15163" y="2302933"/>
                  <a:pt x="0" y="2287771"/>
                  <a:pt x="0" y="2269067"/>
                </a:cubicBezTo>
                <a:lnTo>
                  <a:pt x="0" y="3386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800600" y="1117600"/>
            <a:ext cx="30099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8420100" y="609600"/>
            <a:ext cx="50800" cy="1727200"/>
          </a:xfrm>
          <a:custGeom>
            <a:avLst/>
            <a:gdLst>
              <a:gd name="connisteX0" fmla="*/ 0 w 67733"/>
              <a:gd name="connsiteY0" fmla="*/ 33866 h 2302933"/>
              <a:gd name="connisteX1" fmla="*/ 33866 w 67733"/>
              <a:gd name="connsiteY1" fmla="*/ 0 h 2302933"/>
              <a:gd name="connisteX2" fmla="*/ 33866 w 67733"/>
              <a:gd name="connsiteY2" fmla="*/ 0 h 2302933"/>
              <a:gd name="connisteX3" fmla="*/ 67733 w 67733"/>
              <a:gd name="connsiteY3" fmla="*/ 33866 h 2302933"/>
              <a:gd name="connisteX4" fmla="*/ 67733 w 67733"/>
              <a:gd name="connsiteY4" fmla="*/ 2269066 h 2302933"/>
              <a:gd name="connisteX5" fmla="*/ 33866 w 67733"/>
              <a:gd name="connsiteY5" fmla="*/ 2302933 h 2302933"/>
              <a:gd name="connisteX6" fmla="*/ 33866 w 67733"/>
              <a:gd name="connsiteY6" fmla="*/ 2302933 h 2302933"/>
              <a:gd name="connisteX7" fmla="*/ 0 w 67733"/>
              <a:gd name="connsiteY7" fmla="*/ 2269066 h 2302933"/>
              <a:gd name="connisteX8" fmla="*/ 0 w 67733"/>
              <a:gd name="connsiteY8" fmla="*/ 33866 h 23029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7733" h="2302933">
                <a:moveTo>
                  <a:pt x="0" y="33867"/>
                </a:moveTo>
                <a:cubicBezTo>
                  <a:pt x="0" y="15163"/>
                  <a:pt x="15163" y="0"/>
                  <a:pt x="33867" y="0"/>
                </a:cubicBezTo>
                <a:lnTo>
                  <a:pt x="33867" y="0"/>
                </a:lnTo>
                <a:cubicBezTo>
                  <a:pt x="52571" y="0"/>
                  <a:pt x="67733" y="15163"/>
                  <a:pt x="67733" y="33867"/>
                </a:cubicBezTo>
                <a:lnTo>
                  <a:pt x="67733" y="2269067"/>
                </a:lnTo>
                <a:cubicBezTo>
                  <a:pt x="67733" y="2287771"/>
                  <a:pt x="52571" y="2302933"/>
                  <a:pt x="33867" y="2302933"/>
                </a:cubicBezTo>
                <a:lnTo>
                  <a:pt x="33867" y="2302933"/>
                </a:lnTo>
                <a:cubicBezTo>
                  <a:pt x="15163" y="2302933"/>
                  <a:pt x="0" y="2287771"/>
                  <a:pt x="0" y="2269067"/>
                </a:cubicBezTo>
                <a:lnTo>
                  <a:pt x="0" y="3386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572500" y="1117600"/>
            <a:ext cx="30099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38_1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4605866"/>
              <a:gd name="connsiteY0" fmla="*/ 0 h 2777066"/>
              <a:gd name="connisteX1" fmla="*/ 4605866 w 4605866"/>
              <a:gd name="connsiteY1" fmla="*/ 0 h 2777066"/>
              <a:gd name="connisteX2" fmla="*/ 4605866 w 4605866"/>
              <a:gd name="connsiteY2" fmla="*/ 2573866 h 2777066"/>
              <a:gd name="connisteX3" fmla="*/ 4402666 w 4605866"/>
              <a:gd name="connsiteY3" fmla="*/ 2777066 h 2777066"/>
              <a:gd name="connisteX4" fmla="*/ 203200 w 4605866"/>
              <a:gd name="connsiteY4" fmla="*/ 2777066 h 2777066"/>
              <a:gd name="connisteX5" fmla="*/ 0 w 4605866"/>
              <a:gd name="connsiteY5" fmla="*/ 2573866 h 2777066"/>
              <a:gd name="connisteX6" fmla="*/ 0 w 4605866"/>
              <a:gd name="connsiteY6" fmla="*/ 0 h 27770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2777067">
                <a:moveTo>
                  <a:pt x="0" y="0"/>
                </a:moveTo>
                <a:lnTo>
                  <a:pt x="4605867" y="0"/>
                </a:lnTo>
                <a:lnTo>
                  <a:pt x="4605867" y="2573867"/>
                </a:lnTo>
                <a:cubicBezTo>
                  <a:pt x="4605867" y="2686091"/>
                  <a:pt x="4514891" y="2777067"/>
                  <a:pt x="4402667" y="2777067"/>
                </a:cubicBezTo>
                <a:lnTo>
                  <a:pt x="203200" y="2777067"/>
                </a:lnTo>
                <a:cubicBezTo>
                  <a:pt x="90976" y="2777067"/>
                  <a:pt x="0" y="2686091"/>
                  <a:pt x="0" y="2573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4605866"/>
              <a:gd name="connsiteY0" fmla="*/ 203200 h 3522133"/>
              <a:gd name="connisteX1" fmla="*/ 203200 w 4605866"/>
              <a:gd name="connsiteY1" fmla="*/ 0 h 3522133"/>
              <a:gd name="connisteX2" fmla="*/ 4402666 w 4605866"/>
              <a:gd name="connsiteY2" fmla="*/ 0 h 3522133"/>
              <a:gd name="connisteX3" fmla="*/ 4605866 w 4605866"/>
              <a:gd name="connsiteY3" fmla="*/ 203200 h 3522133"/>
              <a:gd name="connisteX4" fmla="*/ 4605866 w 4605866"/>
              <a:gd name="connsiteY4" fmla="*/ 3522133 h 3522133"/>
              <a:gd name="connisteX5" fmla="*/ 0 w 4605866"/>
              <a:gd name="connsiteY5" fmla="*/ 3522133 h 3522133"/>
              <a:gd name="connisteX6" fmla="*/ 0 w 4605866"/>
              <a:gd name="connsiteY6" fmla="*/ 203200 h 35221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3522133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3522133"/>
                </a:lnTo>
                <a:lnTo>
                  <a:pt x="0" y="3522133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4605866"/>
              <a:gd name="connsiteY0" fmla="*/ 0 h 2777066"/>
              <a:gd name="connisteX1" fmla="*/ 4605866 w 4605866"/>
              <a:gd name="connsiteY1" fmla="*/ 0 h 2777066"/>
              <a:gd name="connisteX2" fmla="*/ 4605866 w 4605866"/>
              <a:gd name="connsiteY2" fmla="*/ 2573866 h 2777066"/>
              <a:gd name="connisteX3" fmla="*/ 4402666 w 4605866"/>
              <a:gd name="connsiteY3" fmla="*/ 2777066 h 2777066"/>
              <a:gd name="connisteX4" fmla="*/ 203200 w 4605866"/>
              <a:gd name="connsiteY4" fmla="*/ 2777066 h 2777066"/>
              <a:gd name="connisteX5" fmla="*/ 0 w 4605866"/>
              <a:gd name="connsiteY5" fmla="*/ 2573866 h 2777066"/>
              <a:gd name="connisteX6" fmla="*/ 0 w 4605866"/>
              <a:gd name="connsiteY6" fmla="*/ 0 h 27770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2777067">
                <a:moveTo>
                  <a:pt x="0" y="0"/>
                </a:moveTo>
                <a:lnTo>
                  <a:pt x="4605867" y="0"/>
                </a:lnTo>
                <a:lnTo>
                  <a:pt x="4605867" y="2573867"/>
                </a:lnTo>
                <a:cubicBezTo>
                  <a:pt x="4605867" y="2686091"/>
                  <a:pt x="4514891" y="2777067"/>
                  <a:pt x="4402667" y="2777067"/>
                </a:cubicBezTo>
                <a:lnTo>
                  <a:pt x="203200" y="2777067"/>
                </a:lnTo>
                <a:cubicBezTo>
                  <a:pt x="90976" y="2777067"/>
                  <a:pt x="0" y="2686091"/>
                  <a:pt x="0" y="2573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4605866"/>
              <a:gd name="connsiteY0" fmla="*/ 203200 h 3522133"/>
              <a:gd name="connisteX1" fmla="*/ 203200 w 4605866"/>
              <a:gd name="connsiteY1" fmla="*/ 0 h 3522133"/>
              <a:gd name="connisteX2" fmla="*/ 4402666 w 4605866"/>
              <a:gd name="connsiteY2" fmla="*/ 0 h 3522133"/>
              <a:gd name="connisteX3" fmla="*/ 4605866 w 4605866"/>
              <a:gd name="connsiteY3" fmla="*/ 203200 h 3522133"/>
              <a:gd name="connisteX4" fmla="*/ 4605866 w 4605866"/>
              <a:gd name="connsiteY4" fmla="*/ 3522133 h 3522133"/>
              <a:gd name="connisteX5" fmla="*/ 0 w 4605866"/>
              <a:gd name="connsiteY5" fmla="*/ 3522133 h 3522133"/>
              <a:gd name="connisteX6" fmla="*/ 0 w 4605866"/>
              <a:gd name="connsiteY6" fmla="*/ 203200 h 35221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3522133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3522133"/>
                </a:lnTo>
                <a:lnTo>
                  <a:pt x="0" y="3522133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4605866"/>
              <a:gd name="connsiteY0" fmla="*/ 0 h 2777066"/>
              <a:gd name="connisteX1" fmla="*/ 4605866 w 4605866"/>
              <a:gd name="connsiteY1" fmla="*/ 0 h 2777066"/>
              <a:gd name="connisteX2" fmla="*/ 4605866 w 4605866"/>
              <a:gd name="connsiteY2" fmla="*/ 2573866 h 2777066"/>
              <a:gd name="connisteX3" fmla="*/ 4402666 w 4605866"/>
              <a:gd name="connsiteY3" fmla="*/ 2777066 h 2777066"/>
              <a:gd name="connisteX4" fmla="*/ 203200 w 4605866"/>
              <a:gd name="connsiteY4" fmla="*/ 2777066 h 2777066"/>
              <a:gd name="connisteX5" fmla="*/ 0 w 4605866"/>
              <a:gd name="connsiteY5" fmla="*/ 2573866 h 2777066"/>
              <a:gd name="connisteX6" fmla="*/ 0 w 4605866"/>
              <a:gd name="connsiteY6" fmla="*/ 0 h 27770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2777067">
                <a:moveTo>
                  <a:pt x="0" y="0"/>
                </a:moveTo>
                <a:lnTo>
                  <a:pt x="4605867" y="0"/>
                </a:lnTo>
                <a:lnTo>
                  <a:pt x="4605867" y="2573867"/>
                </a:lnTo>
                <a:cubicBezTo>
                  <a:pt x="4605867" y="2686091"/>
                  <a:pt x="4514891" y="2777067"/>
                  <a:pt x="4402667" y="2777067"/>
                </a:cubicBezTo>
                <a:lnTo>
                  <a:pt x="203200" y="2777067"/>
                </a:lnTo>
                <a:cubicBezTo>
                  <a:pt x="90976" y="2777067"/>
                  <a:pt x="0" y="2686091"/>
                  <a:pt x="0" y="2573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4605866"/>
              <a:gd name="connsiteY0" fmla="*/ 203200 h 3522133"/>
              <a:gd name="connisteX1" fmla="*/ 203200 w 4605866"/>
              <a:gd name="connsiteY1" fmla="*/ 0 h 3522133"/>
              <a:gd name="connisteX2" fmla="*/ 4402666 w 4605866"/>
              <a:gd name="connsiteY2" fmla="*/ 0 h 3522133"/>
              <a:gd name="connisteX3" fmla="*/ 4605866 w 4605866"/>
              <a:gd name="connsiteY3" fmla="*/ 203200 h 3522133"/>
              <a:gd name="connisteX4" fmla="*/ 4605866 w 4605866"/>
              <a:gd name="connsiteY4" fmla="*/ 3522133 h 3522133"/>
              <a:gd name="connisteX5" fmla="*/ 0 w 4605866"/>
              <a:gd name="connsiteY5" fmla="*/ 3522133 h 3522133"/>
              <a:gd name="connisteX6" fmla="*/ 0 w 4605866"/>
              <a:gd name="connsiteY6" fmla="*/ 203200 h 35221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3522133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3522133"/>
                </a:lnTo>
                <a:lnTo>
                  <a:pt x="0" y="3522133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667000" y="1955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479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3987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8305800" y="1955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479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3987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18923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24511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02400" y="44069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02400" y="49657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99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299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1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6400800" cy="2209800"/>
          </a:xfrm>
          <a:custGeom>
            <a:avLst/>
            <a:gdLst>
              <a:gd name="connisteX0" fmla="*/ 0 w 6400800"/>
              <a:gd name="connsiteY0" fmla="*/ 203200 h 2209800"/>
              <a:gd name="connisteX1" fmla="*/ 203200 w 6400800"/>
              <a:gd name="connsiteY1" fmla="*/ 0 h 2209800"/>
              <a:gd name="connisteX2" fmla="*/ 6400800 w 6400800"/>
              <a:gd name="connsiteY2" fmla="*/ 0 h 2209800"/>
              <a:gd name="connisteX3" fmla="*/ 6400800 w 6400800"/>
              <a:gd name="connsiteY3" fmla="*/ 2209800 h 2209800"/>
              <a:gd name="connisteX4" fmla="*/ 203200 w 6400800"/>
              <a:gd name="connsiteY4" fmla="*/ 2209800 h 2209800"/>
              <a:gd name="connisteX5" fmla="*/ 0 w 6400800"/>
              <a:gd name="connsiteY5" fmla="*/ 2006600 h 2209800"/>
              <a:gd name="connisteX6" fmla="*/ 0 w 6400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400800" y="0"/>
                </a:lnTo>
                <a:lnTo>
                  <a:pt x="6400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7010400" y="1524000"/>
            <a:ext cx="4572000" cy="2209800"/>
          </a:xfrm>
          <a:custGeom>
            <a:avLst/>
            <a:gdLst>
              <a:gd name="connisteX0" fmla="*/ 0 w 4572000"/>
              <a:gd name="connsiteY0" fmla="*/ 0 h 2209800"/>
              <a:gd name="connisteX1" fmla="*/ 4368800 w 4572000"/>
              <a:gd name="connsiteY1" fmla="*/ 0 h 2209800"/>
              <a:gd name="connisteX2" fmla="*/ 4572000 w 4572000"/>
              <a:gd name="connsiteY2" fmla="*/ 203200 h 2209800"/>
              <a:gd name="connisteX3" fmla="*/ 4572000 w 4572000"/>
              <a:gd name="connsiteY3" fmla="*/ 2006600 h 2209800"/>
              <a:gd name="connisteX4" fmla="*/ 4368800 w 4572000"/>
              <a:gd name="connsiteY4" fmla="*/ 2209800 h 2209800"/>
              <a:gd name="connisteX5" fmla="*/ 0 w 4572000"/>
              <a:gd name="connsiteY5" fmla="*/ 2209800 h 2209800"/>
              <a:gd name="connisteX6" fmla="*/ 0 w 4572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0"/>
                </a:moveTo>
                <a:lnTo>
                  <a:pt x="4368800" y="0"/>
                </a:lnTo>
                <a:cubicBezTo>
                  <a:pt x="4481024" y="0"/>
                  <a:pt x="4572000" y="90976"/>
                  <a:pt x="4572000" y="203200"/>
                </a:cubicBezTo>
                <a:lnTo>
                  <a:pt x="4572000" y="2006600"/>
                </a:lnTo>
                <a:cubicBezTo>
                  <a:pt x="4572000" y="2118824"/>
                  <a:pt x="4481024" y="2209800"/>
                  <a:pt x="4368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81600" y="4038600"/>
            <a:ext cx="6400800" cy="2209800"/>
          </a:xfrm>
          <a:custGeom>
            <a:avLst/>
            <a:gdLst>
              <a:gd name="connisteX0" fmla="*/ 0 w 6400800"/>
              <a:gd name="connsiteY0" fmla="*/ 0 h 2209800"/>
              <a:gd name="connisteX1" fmla="*/ 6197600 w 6400800"/>
              <a:gd name="connsiteY1" fmla="*/ 0 h 2209800"/>
              <a:gd name="connisteX2" fmla="*/ 6400800 w 6400800"/>
              <a:gd name="connsiteY2" fmla="*/ 203200 h 2209800"/>
              <a:gd name="connisteX3" fmla="*/ 6400800 w 6400800"/>
              <a:gd name="connsiteY3" fmla="*/ 2006600 h 2209800"/>
              <a:gd name="connisteX4" fmla="*/ 6197600 w 6400800"/>
              <a:gd name="connsiteY4" fmla="*/ 2209800 h 2209800"/>
              <a:gd name="connisteX5" fmla="*/ 0 w 6400800"/>
              <a:gd name="connsiteY5" fmla="*/ 2209800 h 2209800"/>
              <a:gd name="connisteX6" fmla="*/ 0 w 6400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4572000" cy="2209800"/>
          </a:xfrm>
          <a:custGeom>
            <a:avLst/>
            <a:gdLst>
              <a:gd name="connisteX0" fmla="*/ 0 w 4572000"/>
              <a:gd name="connsiteY0" fmla="*/ 203200 h 2209800"/>
              <a:gd name="connisteX1" fmla="*/ 203200 w 4572000"/>
              <a:gd name="connsiteY1" fmla="*/ 0 h 2209800"/>
              <a:gd name="connisteX2" fmla="*/ 4572000 w 4572000"/>
              <a:gd name="connsiteY2" fmla="*/ 0 h 2209800"/>
              <a:gd name="connisteX3" fmla="*/ 4572000 w 4572000"/>
              <a:gd name="connsiteY3" fmla="*/ 2209800 h 2209800"/>
              <a:gd name="connisteX4" fmla="*/ 203200 w 4572000"/>
              <a:gd name="connsiteY4" fmla="*/ 2209800 h 2209800"/>
              <a:gd name="connisteX5" fmla="*/ 0 w 4572000"/>
              <a:gd name="connsiteY5" fmla="*/ 2006600 h 2209800"/>
              <a:gd name="connisteX6" fmla="*/ 0 w 4572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5486400" y="44069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5486400" y="49657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532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532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62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962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6" hasCustomPrompt="1"/>
            <p:custDataLst>
              <p:tags r:id="rId6"/>
            </p:custDataLst>
          </p:nvPr>
        </p:nvSpPr>
        <p:spPr>
          <a:xfrm>
            <a:off x="609600" y="1524000"/>
            <a:ext cx="10972800" cy="2133600"/>
          </a:xfrm>
          <a:custGeom>
            <a:avLst/>
            <a:gdLst>
              <a:gd name="connisteX0" fmla="*/ 0 w 10972800"/>
              <a:gd name="connsiteY0" fmla="*/ 203200 h 2133600"/>
              <a:gd name="connisteX1" fmla="*/ 203200 w 10972800"/>
              <a:gd name="connsiteY1" fmla="*/ 0 h 2133600"/>
              <a:gd name="connisteX2" fmla="*/ 10769600 w 10972800"/>
              <a:gd name="connsiteY2" fmla="*/ 0 h 2133600"/>
              <a:gd name="connisteX3" fmla="*/ 10972800 w 10972800"/>
              <a:gd name="connsiteY3" fmla="*/ 203200 h 2133600"/>
              <a:gd name="connisteX4" fmla="*/ 10972800 w 10972800"/>
              <a:gd name="connsiteY4" fmla="*/ 1930400 h 2133600"/>
              <a:gd name="connisteX5" fmla="*/ 10769600 w 10972800"/>
              <a:gd name="connsiteY5" fmla="*/ 2133600 h 2133600"/>
              <a:gd name="connisteX6" fmla="*/ 203200 w 10972800"/>
              <a:gd name="connsiteY6" fmla="*/ 2133600 h 2133600"/>
              <a:gd name="connisteX7" fmla="*/ 0 w 10972800"/>
              <a:gd name="connsiteY7" fmla="*/ 1930400 h 2133600"/>
              <a:gd name="connisteX8" fmla="*/ 0 w 10972800"/>
              <a:gd name="connsiteY8" fmla="*/ 2032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33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30400"/>
                </a:lnTo>
                <a:cubicBezTo>
                  <a:pt x="10972800" y="2042624"/>
                  <a:pt x="10881824" y="2133600"/>
                  <a:pt x="10769600" y="2133600"/>
                </a:cubicBezTo>
                <a:lnTo>
                  <a:pt x="203200" y="2133600"/>
                </a:lnTo>
                <a:cubicBezTo>
                  <a:pt x="90976" y="2133600"/>
                  <a:pt x="0" y="2042624"/>
                  <a:pt x="0" y="1930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609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2895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048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048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5181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334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334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400" hasCustomPrompt="1"/>
            <p:custDataLst>
              <p:tags r:id="rId16"/>
            </p:custDataLst>
          </p:nvPr>
        </p:nvSpPr>
        <p:spPr>
          <a:xfrm>
            <a:off x="7467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7620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7620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装饰  4"/>
          <p:cNvSpPr>
            <a:spLocks noGrp="1"/>
          </p:cNvSpPr>
          <p:nvPr>
            <p:ph type="body" idx="16401" hasCustomPrompt="1"/>
            <p:custDataLst>
              <p:tags r:id="rId19"/>
            </p:custDataLst>
          </p:nvPr>
        </p:nvSpPr>
        <p:spPr>
          <a:xfrm>
            <a:off x="9753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4" hasCustomPrompt="1"/>
            <p:custDataLst>
              <p:tags r:id="rId20"/>
            </p:custDataLst>
          </p:nvPr>
        </p:nvSpPr>
        <p:spPr>
          <a:xfrm>
            <a:off x="9906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9906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609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6324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797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797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09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324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7797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7797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5052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5052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4008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008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2964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92964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06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tags" Target="../tags/tag182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tags" Target="../tags/tag178.xml"/><Relationship Id="rId25" Type="http://schemas.openxmlformats.org/officeDocument/2006/relationships/tags" Target="../tags/tag177.xml"/><Relationship Id="rId24" Type="http://schemas.openxmlformats.org/officeDocument/2006/relationships/tags" Target="../tags/tag176.xml"/><Relationship Id="rId23" Type="http://schemas.openxmlformats.org/officeDocument/2006/relationships/tags" Target="../tags/tag175.xml"/><Relationship Id="rId22" Type="http://schemas.openxmlformats.org/officeDocument/2006/relationships/image" Target="../media/image1.png"/><Relationship Id="rId21" Type="http://schemas.openxmlformats.org/officeDocument/2006/relationships/tags" Target="../tags/tag174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2" Type="http://schemas.openxmlformats.org/officeDocument/2006/relationships/theme" Target="../theme/theme3.xml"/><Relationship Id="rId31" Type="http://schemas.openxmlformats.org/officeDocument/2006/relationships/tags" Target="../tags/tag472.xml"/><Relationship Id="rId30" Type="http://schemas.openxmlformats.org/officeDocument/2006/relationships/tags" Target="../tags/tag471.xml"/><Relationship Id="rId3" Type="http://schemas.openxmlformats.org/officeDocument/2006/relationships/slideLayout" Target="../slideLayouts/slideLayout33.xml"/><Relationship Id="rId29" Type="http://schemas.openxmlformats.org/officeDocument/2006/relationships/tags" Target="../tags/tag470.xml"/><Relationship Id="rId28" Type="http://schemas.openxmlformats.org/officeDocument/2006/relationships/tags" Target="../tags/tag469.xml"/><Relationship Id="rId27" Type="http://schemas.openxmlformats.org/officeDocument/2006/relationships/tags" Target="../tags/tag468.xml"/><Relationship Id="rId26" Type="http://schemas.openxmlformats.org/officeDocument/2006/relationships/tags" Target="../tags/tag467.xml"/><Relationship Id="rId25" Type="http://schemas.openxmlformats.org/officeDocument/2006/relationships/tags" Target="../tags/tag466.xml"/><Relationship Id="rId24" Type="http://schemas.openxmlformats.org/officeDocument/2006/relationships/tags" Target="../tags/tag465.xml"/><Relationship Id="rId23" Type="http://schemas.openxmlformats.org/officeDocument/2006/relationships/image" Target="../media/image1.png"/><Relationship Id="rId22" Type="http://schemas.openxmlformats.org/officeDocument/2006/relationships/tags" Target="../tags/tag464.xml"/><Relationship Id="rId21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" Type="http://schemas.openxmlformats.org/officeDocument/2006/relationships/tags" Target="../tags/tag47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490.xml"/><Relationship Id="rId14" Type="http://schemas.openxmlformats.org/officeDocument/2006/relationships/tags" Target="../tags/tag489.xml"/><Relationship Id="rId13" Type="http://schemas.openxmlformats.org/officeDocument/2006/relationships/tags" Target="../tags/tag488.xml"/><Relationship Id="rId12" Type="http://schemas.openxmlformats.org/officeDocument/2006/relationships/tags" Target="../tags/tag487.xml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tags" Target="../tags/tag47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3.xml"/><Relationship Id="rId2" Type="http://schemas.openxmlformats.org/officeDocument/2006/relationships/tags" Target="../tags/tag492.xml"/><Relationship Id="rId1" Type="http://schemas.openxmlformats.org/officeDocument/2006/relationships/tags" Target="../tags/tag49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495.xml"/><Relationship Id="rId1" Type="http://schemas.openxmlformats.org/officeDocument/2006/relationships/tags" Target="../tags/tag49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" Type="http://schemas.openxmlformats.org/officeDocument/2006/relationships/tags" Target="../tags/tag49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" Type="http://schemas.openxmlformats.org/officeDocument/2006/relationships/tags" Target="../tags/tag49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" Type="http://schemas.openxmlformats.org/officeDocument/2006/relationships/tags" Target="../tags/tag5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512.xml"/><Relationship Id="rId7" Type="http://schemas.openxmlformats.org/officeDocument/2006/relationships/image" Target="../media/image5.png"/><Relationship Id="rId6" Type="http://schemas.openxmlformats.org/officeDocument/2006/relationships/tags" Target="../tags/tag511.xml"/><Relationship Id="rId5" Type="http://schemas.openxmlformats.org/officeDocument/2006/relationships/image" Target="../media/image4.png"/><Relationship Id="rId4" Type="http://schemas.openxmlformats.org/officeDocument/2006/relationships/tags" Target="../tags/tag510.xml"/><Relationship Id="rId3" Type="http://schemas.openxmlformats.org/officeDocument/2006/relationships/tags" Target="../tags/tag509.xml"/><Relationship Id="rId2" Type="http://schemas.openxmlformats.org/officeDocument/2006/relationships/tags" Target="../tags/tag508.xml"/><Relationship Id="rId1" Type="http://schemas.openxmlformats.org/officeDocument/2006/relationships/tags" Target="../tags/tag50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1" Type="http://schemas.openxmlformats.org/officeDocument/2006/relationships/tags" Target="../tags/tag5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16.xml"/><Relationship Id="rId2" Type="http://schemas.openxmlformats.org/officeDocument/2006/relationships/tags" Target="../tags/tag515.xml"/><Relationship Id="rId1" Type="http://schemas.openxmlformats.org/officeDocument/2006/relationships/tags" Target="../tags/tag5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1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" Type="http://schemas.openxmlformats.org/officeDocument/2006/relationships/tags" Target="../tags/tag5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1"/>
            </p:custDataLst>
          </p:nvPr>
        </p:nvSpPr>
        <p:spPr/>
        <p:txBody>
          <a:bodyPr/>
          <a:p>
            <a:r>
              <a:t>毕业设计中期检查报告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汇报人</a:t>
            </a:r>
            <a:r>
              <a:rPr lang="en-US" altLang="zh-CN"/>
              <a:t>: </a:t>
            </a:r>
            <a:r>
              <a:rPr lang="zh-CN" altLang="en-US"/>
              <a:t>王昌振</a:t>
            </a:r>
            <a:r>
              <a:rPr lang="en-US" altLang="zh-CN"/>
              <a:t>        </a:t>
            </a:r>
            <a:endParaRPr lang="en-US" altLang="zh-CN"/>
          </a:p>
          <a:p>
            <a:r>
              <a:rPr lang="zh-CN" altLang="zh-CN"/>
              <a:t>指导老师：贺利坚</a:t>
            </a:r>
            <a:endParaRPr lang="zh-CN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4600"/>
              <a:t>目录</a:t>
            </a:r>
            <a:endParaRPr lang="zh-CN" altLang="en-US" sz="4600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8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课题研究和开发的计划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1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课题研究和开发的基本要求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4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课题实施的进展情况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7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下一阶段计划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01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课题研究和开发的计划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pPr algn="ctr"/>
            <a:r>
              <a:rPr lang="zh-CN" altLang="en-US"/>
              <a:t>项目目标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4780" y="1614805"/>
            <a:ext cx="11437620" cy="474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设计并实现一个基于 Spring AI 的电网智能运维平台，集成设备全生命周期管理、运行状态与多源数据展示、告警与故障管理、智能运维表单生成、发电功率预测和智能提醒等功能，为电网运维人员提供一个“看得清、能预警、给方案、可预测”的一体化系统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主要包括五个</a:t>
            </a:r>
            <a:r>
              <a:rPr lang="zh-CN" altLang="en-US" sz="2400"/>
              <a:t>模块：</a:t>
            </a:r>
            <a:endParaRPr lang="zh-CN" altLang="en-US" sz="2400"/>
          </a:p>
          <a:p>
            <a:r>
              <a:rPr lang="en-US" altLang="zh-CN" sz="2400"/>
              <a:t>1</a:t>
            </a:r>
            <a:r>
              <a:rPr lang="zh-CN" altLang="en-US" sz="2400"/>
              <a:t>：设备与数据管理</a:t>
            </a:r>
            <a:r>
              <a:rPr lang="en-US" altLang="zh-CN" sz="2400"/>
              <a:t> </a:t>
            </a:r>
            <a:r>
              <a:rPr lang="zh-CN" altLang="en-US" sz="2400"/>
              <a:t>：综合管理电网相关设备和</a:t>
            </a:r>
            <a:r>
              <a:rPr lang="zh-CN" altLang="en-US" sz="2400"/>
              <a:t>数据</a:t>
            </a:r>
            <a:endParaRPr lang="zh-CN" altLang="en-US" sz="2400"/>
          </a:p>
          <a:p>
            <a:r>
              <a:rPr lang="en-US" altLang="zh-CN" sz="2400"/>
              <a:t>2</a:t>
            </a:r>
            <a:r>
              <a:rPr lang="zh-CN" altLang="en-US" sz="2400"/>
              <a:t>：告警与故障管理</a:t>
            </a:r>
            <a:r>
              <a:rPr lang="en-US" altLang="zh-CN" sz="2400"/>
              <a:t> </a:t>
            </a:r>
            <a:r>
              <a:rPr lang="zh-CN" altLang="en-US" sz="2400"/>
              <a:t>：根据规则生成告警记录和故障</a:t>
            </a:r>
            <a:r>
              <a:rPr lang="zh-CN" altLang="en-US" sz="2400"/>
              <a:t>记录</a:t>
            </a:r>
            <a:endParaRPr lang="zh-CN" altLang="en-US" sz="2400"/>
          </a:p>
          <a:p>
            <a:r>
              <a:rPr lang="en-US" altLang="zh-CN" sz="2400"/>
              <a:t>3</a:t>
            </a:r>
            <a:r>
              <a:rPr lang="zh-CN" altLang="en-US" sz="2400"/>
              <a:t>：智能运维表单、问答</a:t>
            </a:r>
            <a:r>
              <a:rPr lang="en-US" altLang="zh-CN" sz="2400"/>
              <a:t> </a:t>
            </a:r>
            <a:r>
              <a:rPr lang="zh-CN" altLang="en-US" sz="2400"/>
              <a:t>：利用大模型生成针对性的运维表单，根据知识库、数据库回答</a:t>
            </a:r>
            <a:r>
              <a:rPr lang="zh-CN" altLang="en-US" sz="2400"/>
              <a:t>问题。</a:t>
            </a:r>
            <a:endParaRPr lang="zh-CN" altLang="en-US" sz="2400"/>
          </a:p>
          <a:p>
            <a:r>
              <a:rPr lang="en-US" altLang="zh-CN" sz="2400"/>
              <a:t>4</a:t>
            </a:r>
            <a:r>
              <a:rPr lang="zh-CN" altLang="en-US" sz="2400"/>
              <a:t>：发电功率预测</a:t>
            </a:r>
            <a:r>
              <a:rPr lang="en-US" altLang="zh-CN" sz="2400"/>
              <a:t> </a:t>
            </a:r>
            <a:r>
              <a:rPr lang="zh-CN" altLang="en-US" sz="2400"/>
              <a:t>：搭建</a:t>
            </a:r>
            <a:r>
              <a:rPr lang="en-US" altLang="zh-CN" sz="2400"/>
              <a:t>GRU</a:t>
            </a:r>
            <a:r>
              <a:rPr lang="zh-CN" altLang="en-US" sz="2400"/>
              <a:t>模型对发电量进行</a:t>
            </a:r>
            <a:r>
              <a:rPr lang="zh-CN" altLang="en-US" sz="2400"/>
              <a:t>预测</a:t>
            </a:r>
            <a:endParaRPr lang="zh-CN" altLang="en-US" sz="2400"/>
          </a:p>
          <a:p>
            <a:r>
              <a:rPr lang="en-US" altLang="zh-CN" sz="2400"/>
              <a:t>5</a:t>
            </a:r>
            <a:r>
              <a:rPr lang="zh-CN" altLang="en-US" sz="2400"/>
              <a:t>：智能提醒与可视化监控：</a:t>
            </a:r>
            <a:r>
              <a:rPr lang="zh-CN" altLang="en-US" sz="2400"/>
              <a:t>定时发送需要维护和存在告警的记录，展示设备</a:t>
            </a:r>
            <a:r>
              <a:rPr lang="zh-CN" altLang="en-US" sz="2400"/>
              <a:t>数据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02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课题研究和开发的基本要求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pPr algn="ctr"/>
            <a:r>
              <a:rPr lang="zh-CN" altLang="en-US"/>
              <a:t>功能要求：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600" y="1143000"/>
            <a:ext cx="3454400" cy="5523230"/>
          </a:xfrm>
        </p:spPr>
        <p:txBody>
          <a:bodyPr/>
          <a:p>
            <a:r>
              <a:rPr lang="zh-CN" altLang="en-US"/>
              <a:t>设备管理与数据获取：支持设备档案管理，设备列表分页显示和搜索；支持对单台设备查看各数据维度（状态、告警、机械、电气、环境、气候、经济、维护、故障等）的详细表格，并统一时间格式与空值显示。</a:t>
            </a:r>
            <a:endParaRPr lang="zh-CN" altLang="en-US"/>
          </a:p>
          <a:p>
            <a:r>
              <a:rPr lang="zh-CN" altLang="en-US">
                <a:sym typeface="+mn-ea"/>
              </a:rPr>
              <a:t> 告警与故障管理：实现告警记录的查询、编辑、状态管理和排序，使“未处理、高等级告警”优先显示；故障记录支持发现时间、解决时间、原因与处理措施等字段维护。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>
          <a:xfrm>
            <a:off x="4368800" y="1143000"/>
            <a:ext cx="3454400" cy="5523230"/>
          </a:xfrm>
        </p:spPr>
        <p:txBody>
          <a:bodyPr/>
          <a:p>
            <a:r>
              <a:rPr lang="zh-CN" altLang="en-US">
                <a:sym typeface="+mn-ea"/>
              </a:rPr>
              <a:t> 智能运维表单：集成 Spring AI，能够根据设备关联多表数据自动生成运维表单；前端支持查看、编辑、状态修改（已审批/已拒绝）、历史记录查询和导出文本。</a:t>
            </a:r>
            <a:endParaRPr lang="zh-CN" altLang="en-US"/>
          </a:p>
          <a:p>
            <a:r>
              <a:rPr lang="zh-CN" altLang="en-US"/>
              <a:t>发电功率预测：使用 GRU 模型基于历史风速与功率数据进行训练与预测；提供后端接口供前端调用，返回预测结果序列与评价指标；前端展示二维折线图，并可根据时间步长、测试比例等参数进行调整。</a:t>
            </a:r>
            <a:endParaRPr lang="zh-CN" altLang="en-US"/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4"/>
            </p:custDataLst>
          </p:nvPr>
        </p:nvSpPr>
        <p:spPr>
          <a:xfrm>
            <a:off x="8128000" y="1143000"/>
            <a:ext cx="3454400" cy="5523230"/>
          </a:xfrm>
        </p:spPr>
        <p:txBody>
          <a:bodyPr/>
          <a:p>
            <a:r>
              <a:rPr lang="zh-CN" altLang="en-US"/>
              <a:t>定时任务与实时消息：后端定时扫描需要生成运维表单 / 有告警的设备，通过 WebSocket 只对“新出现”的问题设备推送运维提醒；前端全局消息入口展示消息历史。</a:t>
            </a:r>
            <a:endParaRPr lang="zh-CN" altLang="en-US"/>
          </a:p>
          <a:p>
            <a:r>
              <a:rPr lang="zh-CN" altLang="en-US"/>
              <a:t>智能问答系统：使用千问大模型提供基础的问答能力，增加提示词、数据库和数据库内容使大模型拥有垂直领域的能力，回答更准确，不容易出现幻觉，像</a:t>
            </a:r>
            <a:r>
              <a:rPr lang="en-US" altLang="zh-CN"/>
              <a:t>ai</a:t>
            </a:r>
            <a:r>
              <a:rPr lang="zh-CN" altLang="en-US"/>
              <a:t>问答软件一样有保存历史记录，查看和删除的功能。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03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课题实施的进展情况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pPr algn="ctr"/>
            <a:r>
              <a:rPr lang="zh-CN" altLang="en-US"/>
              <a:t>完成的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609600" y="1524000"/>
            <a:ext cx="5334000" cy="1186815"/>
          </a:xfrm>
        </p:spPr>
        <p:txBody>
          <a:bodyPr/>
          <a:p>
            <a:r>
              <a:rPr lang="zh-CN" altLang="en-US"/>
              <a:t>（1）完成一个集设备管理、数据展示、告警故障、智能运维表单于一体的电网智能运维原型系统。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>
          <a:xfrm>
            <a:off x="6248400" y="1524000"/>
            <a:ext cx="5334000" cy="968375"/>
          </a:xfrm>
        </p:spPr>
        <p:txBody>
          <a:bodyPr/>
          <a:p>
            <a:r>
              <a:rPr lang="zh-CN" altLang="en-US"/>
              <a:t> </a:t>
            </a:r>
            <a:r>
              <a:rPr lang="zh-CN" altLang="en-US">
                <a:sym typeface="+mn-ea"/>
              </a:rPr>
              <a:t>（2）：利用Spring AI调用大模型，实现设备全量数据驱动的智能运维表单生成；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7005" y="2873375"/>
            <a:ext cx="5928995" cy="37211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90640" y="2873375"/>
            <a:ext cx="5191760" cy="37211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7278557" y="0"/>
            <a:ext cx="4913407" cy="6858037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5006" y="467360"/>
            <a:ext cx="7979051" cy="94624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3200"/>
              <a:t> 智能</a:t>
            </a:r>
            <a:r>
              <a:rPr lang="zh-CN" altLang="en-US" sz="3200"/>
              <a:t>问答</a:t>
            </a:r>
            <a:endParaRPr lang="zh-CN" altLang="en-US" sz="32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0185" y="1223645"/>
            <a:ext cx="10438130" cy="540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04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下一阶段计划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228600" y="447675"/>
            <a:ext cx="6407150" cy="69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>
                <a:latin typeface="+mj-ea"/>
                <a:ea typeface="+mj-ea"/>
              </a:rPr>
              <a:t>下一阶段工作计划</a:t>
            </a:r>
            <a:endParaRPr lang="zh-CN" altLang="en-US" sz="2800"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6250" y="1496060"/>
            <a:ext cx="5091430" cy="948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1</a:t>
            </a:r>
            <a:r>
              <a:rPr lang="zh-CN" altLang="en-US" sz="2800"/>
              <a:t>：进行测试，找出接口的问题优化错误</a:t>
            </a:r>
            <a:endParaRPr lang="zh-CN" altLang="en-US" sz="2800"/>
          </a:p>
        </p:txBody>
      </p:sp>
      <p:sp>
        <p:nvSpPr>
          <p:cNvPr id="20" name="文本框 19"/>
          <p:cNvSpPr txBox="1"/>
          <p:nvPr/>
        </p:nvSpPr>
        <p:spPr>
          <a:xfrm>
            <a:off x="476250" y="2638425"/>
            <a:ext cx="5778500" cy="977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2</a:t>
            </a:r>
            <a:r>
              <a:rPr lang="zh-CN" altLang="en-US" sz="2800"/>
              <a:t>：考虑并发问题，增加防抖机制和后端</a:t>
            </a:r>
            <a:r>
              <a:rPr lang="en-US" altLang="zh-CN" sz="2800"/>
              <a:t>sql</a:t>
            </a:r>
            <a:r>
              <a:rPr lang="zh-CN" altLang="en-US" sz="2800"/>
              <a:t>性能优化</a:t>
            </a:r>
            <a:endParaRPr lang="zh-CN" altLang="en-US" sz="2800"/>
          </a:p>
        </p:txBody>
      </p:sp>
      <p:sp>
        <p:nvSpPr>
          <p:cNvPr id="21" name="文本框 20"/>
          <p:cNvSpPr txBox="1"/>
          <p:nvPr/>
        </p:nvSpPr>
        <p:spPr>
          <a:xfrm>
            <a:off x="476250" y="3810635"/>
            <a:ext cx="6159500" cy="168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3:</a:t>
            </a:r>
            <a:r>
              <a:rPr lang="zh-CN" altLang="en-US" sz="2800"/>
              <a:t>学习</a:t>
            </a:r>
            <a:r>
              <a:rPr lang="en-US" altLang="zh-CN" sz="2800"/>
              <a:t>lstm</a:t>
            </a:r>
            <a:r>
              <a:rPr lang="zh-CN" altLang="en-US" sz="2800"/>
              <a:t>，预测发电量，并完成和系统的通信接口，实现可控或者自动预测。</a:t>
            </a:r>
            <a:endParaRPr lang="zh-CN" altLang="en-US" sz="2800"/>
          </a:p>
        </p:txBody>
      </p:sp>
      <p:sp>
        <p:nvSpPr>
          <p:cNvPr id="23" name="文本框 22"/>
          <p:cNvSpPr txBox="1"/>
          <p:nvPr/>
        </p:nvSpPr>
        <p:spPr>
          <a:xfrm>
            <a:off x="7258050" y="1496060"/>
            <a:ext cx="4064000" cy="3475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近期1–2周：完善测试、完成功能、修复Bug、整理代码与注释；</a:t>
            </a:r>
            <a:endParaRPr lang="zh-CN" altLang="en-US" sz="2800"/>
          </a:p>
          <a:p>
            <a:r>
              <a:rPr lang="zh-CN" altLang="en-US" sz="2800"/>
              <a:t>后续2–3周：撰写毕业论文与系统使用手册，优化演示流程与答辩PPT。</a:t>
            </a:r>
            <a:endParaRPr lang="zh-CN" altLang="en-US" sz="2800"/>
          </a:p>
        </p:txBody>
      </p:sp>
      <p:sp>
        <p:nvSpPr>
          <p:cNvPr id="24" name="文本框 23"/>
          <p:cNvSpPr txBox="1"/>
          <p:nvPr/>
        </p:nvSpPr>
        <p:spPr>
          <a:xfrm>
            <a:off x="7562850" y="4476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时间安排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THANKS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100"/>
              <a:t>谢谢观看</a:t>
            </a:r>
            <a:endParaRPr lang="zh-CN" altLang="en-US" sz="61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25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71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72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73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74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e905392b5a776f7f7c2e40982592b5860f1fb6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9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91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92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9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94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9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97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98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9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00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1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1"/>
  <p:tag name="KSO_WM_UNIT_SUBTYPE" val="d"/>
  <p:tag name="KSO_WM_UNIT_TYPE" val="l_h_i"/>
</p:tagLst>
</file>

<file path=ppt/tags/tag1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db975af844c90357f07827fa18ca670b63ac23"/>
  <p:tag name="KSO_WM_NEWLAYOUT_ID" val="slide_15d51d1237e15606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d882ed560fd2e5fe885b1fc970c9df9eb1f165"/>
  <p:tag name="KSO_WM_NEWLAYOUT_ID" val="slide_27cc099696412825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e8ba95344d9efe6c540489778d7b8e95bab1f7"/>
  <p:tag name="KSO_WM_NEWLAYOUT_ID" val="slide_0490e86dca4ec783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305c4aa713cdf3afd2ed6551d46b995c74e59a0"/>
  <p:tag name="KSO_WM_NEWLAYOUT_ID" val="slide_504b870359682aa1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a7707c613b41b5d26a186f919ec25374013878"/>
  <p:tag name="KSO_WM_NEWLAYOUT_ID" val="slide_72ee7055fb184196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da6590524520bf27fa5515b960563f7c25a2c9"/>
  <p:tag name="KSO_WM_NEWLAYOUT_ID" val="slide_6c07e26d1b15289c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18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ae283594db3642dd6fc59e9ce2edc63daadaa67"/>
  <p:tag name="KSO_WM_NEWLAYOUT_GROUP_ID" val="layout_31"/>
  <p:tag name="KSO_WM_NEWLAYOUT_ID" val="slide_aaf94aee24f2559b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b5db784a3adbb0ddf517795e5f4d5923ad9b235"/>
  <p:tag name="KSO_WM_NEWLAYOUT_GROUP_ID" val="layout_38"/>
  <p:tag name="KSO_WM_NEWLAYOUT_ID" val="slide_c91d8aca741fdc21"/>
</p:tagLst>
</file>

<file path=ppt/tags/tag1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135404a7ef0dd11ac7d31a7de01199417c5c6c"/>
  <p:tag name="KSO_WM_NEWLAYOUT_GROUP_ID" val="layout_10014"/>
  <p:tag name="KSO_WM_NEWLAYOUT_ID" val="slide_89f9a9d80b13df0c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3d5bcd58298025b0a9087864df9dff0eb99fb9"/>
  <p:tag name="KSO_WM_NEWLAYOUT_GROUP_ID" val="layout_10004"/>
  <p:tag name="KSO_WM_NEWLAYOUT_ID" val="slide_2413216d433b758f"/>
</p:tagLst>
</file>

<file path=ppt/tags/tag2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63d43422999d5cb9705e896586c539b56795e16"/>
  <p:tag name="KSO_WM_NEWLAYOUT_GROUP_ID" val="layout_26"/>
  <p:tag name="KSO_WM_NEWLAYOUT_ID" val="slide_5397de42ff9007f8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e09b11cc38da53fbea57c074e3ff0736658c42"/>
  <p:tag name="KSO_WM_NEWLAYOUT_GROUP_ID" val="layout_60"/>
  <p:tag name="KSO_WM_NEWLAYOUT_ID" val="slide_7a497b07d3397511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62102d0225ff4f305b1b8aa097fc7b8f05e672"/>
  <p:tag name="KSO_WM_NEWLAYOUT_GROUP_ID" val="layout_48"/>
  <p:tag name="KSO_WM_NEWLAYOUT_ID" val="slide_5641565affb8564a"/>
</p:tagLst>
</file>

<file path=ppt/tags/tag2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a2066310f63b9a9e60800bf5728a0edeb38215"/>
  <p:tag name="KSO_WM_NEWLAYOUT_GROUP_ID" val="layout_6"/>
  <p:tag name="KSO_WM_NEWLAYOUT_ID" val="slide_acc7948a249ecb22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a9b96ba6049fca671cf420f78f85cc066d47d0"/>
  <p:tag name="KSO_WM_NEWLAYOUT_GROUP_ID" val="layout_10012"/>
  <p:tag name="KSO_WM_NEWLAYOUT_ID" val="slide_ed19c0db6ed585c4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8818fd9f2b5fc2faf7ae80c09a29a65771d644"/>
  <p:tag name="KSO_WM_NEWLAYOUT_GROUP_ID" val="layout_51"/>
  <p:tag name="KSO_WM_NEWLAYOUT_ID" val="slide_090884a5b4d69dad"/>
</p:tagLst>
</file>

<file path=ppt/tags/tag2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cfd1d91f05edfc60907ef6eeeff8e82b0bfdb5e"/>
  <p:tag name="KSO_WM_NEWLAYOUT_GROUP_ID" val="layout_42"/>
  <p:tag name="KSO_WM_NEWLAYOUT_ID" val="slide_a584adb009ce018d"/>
</p:tagLst>
</file>

<file path=ppt/tags/tag3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0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def32c786426f93bce1213af6b309153b7dc1b"/>
  <p:tag name="KSO_WM_NEWLAYOUT_GROUP_ID" val="layout_34"/>
  <p:tag name="KSO_WM_NEWLAYOUT_ID" val="slide_758c0c38998d981e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a555dfb88e54e998b287f90c58b8cc0b08f5d5"/>
  <p:tag name="KSO_WM_NEWLAYOUT_GROUP_ID" val="layout_35"/>
  <p:tag name="KSO_WM_NEWLAYOUT_ID" val="slide_3a8d68c4cb9e2e1d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1c15ff86977c64f21e84eab6068abc1b3e6e8c"/>
  <p:tag name="KSO_WM_NEWLAYOUT_GROUP_ID" val="layout_30"/>
  <p:tag name="KSO_WM_NEWLAYOUT_ID" val="slide_97e71a9c1fd50a82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7f2d97d09b42c82d736347d168145001ae82d9"/>
  <p:tag name="KSO_WM_NEWLAYOUT_GROUP_ID" val="layout_10013"/>
  <p:tag name="KSO_WM_NEWLAYOUT_ID" val="slide_2b9069f18f10c11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d6c4136f89c1d9dd53d53509aba7005eed7ba2"/>
  <p:tag name="KSO_WM_NEWLAYOUT_GROUP_ID" val="layout_2"/>
  <p:tag name="KSO_WM_NEWLAYOUT_ID" val="slide_dbd12360534da726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0008280605ef5c65a7663bb2b937351965d88e"/>
  <p:tag name="KSO_WM_NEWLAYOUT_GROUP_ID" val="layout_10007"/>
  <p:tag name="KSO_WM_NEWLAYOUT_ID" val="slide_0d254d8dedbca5a4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c840c17deb48a31d83729d062b66820adc7fc4"/>
  <p:tag name="KSO_WM_NEWLAYOUT_GROUP_ID" val="layout_10003"/>
  <p:tag name="KSO_WM_NEWLAYOUT_ID" val="slide_4e5d78b2efef294f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9c1d77f07a0d6bea15c75e19507aeb39ecfbd5a"/>
  <p:tag name="KSO_WM_NEWLAYOUT_GROUP_ID" val="layout_10009"/>
  <p:tag name="KSO_WM_NEWLAYOUT_ID" val="slide_5c3899e33f322f8b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12984db5360ae16ca1920e6bfe2bafc16b88bf"/>
  <p:tag name="KSO_WM_NEWLAYOUT_GROUP_ID" val="layout_27"/>
  <p:tag name="KSO_WM_NEWLAYOUT_ID" val="slide_bbec08b93f7bcfad"/>
</p:tagLst>
</file>

<file path=ppt/tags/tag4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c081e0f008390d5d8ff6487ac7e44b750a880fc"/>
  <p:tag name="KSO_WM_NEWLAYOUT_GROUP_ID" val="layout_1-5"/>
  <p:tag name="KSO_WM_NEWLAYOUT_ID" val="slide_ba60fb0293b23fda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4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4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1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4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47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1*a*1"/>
  <p:tag name="KSO_WM_UNIT_LAYERLEVEL" val="1"/>
  <p:tag name="KSO_WM_TAG_VERSION" val="3.0"/>
  <p:tag name="KSO_WM_TEMPLATE_CATEGORY" val="custom"/>
  <p:tag name="KSO_WM_TEMPLATE_INDEX" val="40494636"/>
  <p:tag name="KSO_WM_UNIT_VALUE" val="24"/>
</p:tagLst>
</file>

<file path=ppt/tags/tag474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1*f*2"/>
  <p:tag name="KSO_WM_UNIT_LAYERLEVEL" val="1"/>
  <p:tag name="KSO_WM_TAG_VERSION" val="3.0"/>
  <p:tag name="KSO_WM_TEMPLATE_CATEGORY" val="custom"/>
  <p:tag name="KSO_WM_TEMPLATE_INDEX" val="40494636"/>
  <p:tag name="KSO_WM_UNIT_PRESET_TEXT" val="BY WPS"/>
  <p:tag name="KSO_WM_UNIT_VALUE" val="29"/>
</p:tagLst>
</file>

<file path=ppt/tags/tag475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4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  <p:tag name="KSO_WM_SLIDE_FIGMA_DIAGRAM" val="1"/>
</p:tagLst>
</file>

<file path=ppt/tags/tag4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SLIDE_FIGMA_DIAGRAM" val="1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SLIDE_FIGMA_DIAGRAM" val="1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  <p:tag name="KSO_WM_SLIDE_FIGMA_DIAGRAM" val="1"/>
</p:tagLst>
</file>

<file path=ppt/tags/tag4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SLIDE_FIGMA_DIAGRAM" val="1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SLIDE_FIGMA_DIAGRAM" val="1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  <p:tag name="KSO_WM_SLIDE_FIGMA_DIAGRAM" val="1"/>
</p:tagLst>
</file>

<file path=ppt/tags/tag4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SLIDE_FIGMA_DIAGRAM" val="1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SLIDE_FIGMA_DIAGRAM" val="1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  <p:tag name="KSO_WM_SLIDE_FIGMA_DIAGRAM" val="1"/>
</p:tagLst>
</file>

<file path=ppt/tags/tag4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SLIDE_FIGMA_DIAGRAM" val="1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SLIDE_FIGMA_DIAGRAM" val="1"/>
</p:tagLst>
</file>

<file path=ppt/tags/tag490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SLIDE_ID" val="slide_cea45c27deb23863"/>
</p:tagLst>
</file>

<file path=ppt/tags/tag49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49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493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4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db975af844c90357f07827fa18ca670b63ac23"/>
  <p:tag name="KSO_WM_NEWLAYOUT_ID" val="slide_15d51d1237e15606"/>
</p:tagLst>
</file>

<file path=ppt/tags/tag49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15d51d1237e15606"/>
</p:tagLst>
</file>

<file path=ppt/tags/tag496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49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498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4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d882ed560fd2e5fe885b1fc970c9df9eb1f165"/>
  <p:tag name="KSO_WM_NEWLAYOUT_ID" val="slide_27cc099696412825"/>
</p:tagLst>
</file>

<file path=ppt/tags/tag5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0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27cc099696412825"/>
</p:tagLst>
</file>

<file path=ppt/tags/tag50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50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506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e8ba95344d9efe6c540489778d7b8e95bab1f7"/>
  <p:tag name="KSO_WM_NEWLAYOUT_ID" val="slide_0490e86dca4ec783"/>
</p:tagLst>
</file>

<file path=ppt/tags/tag5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0490e86dca4ec783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51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516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1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72ee7055fb184196"/>
</p:tagLst>
</file>

<file path=ppt/tags/tag518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5*b*1"/>
  <p:tag name="KSO_WM_UNIT_LAYERLEVEL" val="1"/>
  <p:tag name="KSO_WM_TAG_VERSION" val="3.0"/>
  <p:tag name="KSO_WM_TEMPLATE_CATEGORY" val="custom"/>
  <p:tag name="KSO_WM_TEMPLATE_INDEX" val="40494636"/>
  <p:tag name="KSO_WM_UNIT_PRESET_TEXT" val="THE END"/>
</p:tagLst>
</file>

<file path=ppt/tags/tag519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ID" val="custom40494636_5*a*1"/>
  <p:tag name="KSO_WM_UNIT_LAYERLEVEL" val="1"/>
  <p:tag name="KSO_WM_TAG_VERSION" val="3.0"/>
  <p:tag name="KSO_WM_TEMPLATE_CATEGORY" val="custom"/>
  <p:tag name="KSO_WM_TEMPLATE_INDEX" val="40494636"/>
  <p:tag name="KSO_WM_UNIT_PRESET_TEXT" val="谢谢观看"/>
</p:tagLst>
</file>

<file path=ppt/tags/tag520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5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21.xml><?xml version="1.0" encoding="utf-8"?>
<p:tagLst xmlns:p="http://schemas.openxmlformats.org/presentationml/2006/main">
  <p:tag name="KSO_WM_PRESENTATION_SOURCE" val="WPPAIGeneratePPT"/>
  <p:tag name="commondata" val="eyJjb3VudCI6MywiaGRpZCI6ImFhMTUzOWE0ZjMxY2Q3ZjM1NDUwMDM3NjAyMDVkNmMxIiwidXNlckNvdW50IjozfQ=="/>
</p:tagLst>
</file>

<file path=ppt/theme/theme1.xml><?xml version="1.0" encoding="utf-8"?>
<a:theme xmlns:a="http://schemas.openxmlformats.org/drawingml/2006/main" name="蓝色毕业答辩简约风主题">
  <a:themeElements>
    <a:clrScheme name="自定义 316">
      <a:dk1>
        <a:srgbClr val="000000"/>
      </a:dk1>
      <a:lt1>
        <a:srgbClr val="FFFFFF"/>
      </a:lt1>
      <a:dk2>
        <a:srgbClr val="333638"/>
      </a:dk2>
      <a:lt2>
        <a:srgbClr val="EFF1F4"/>
      </a:lt2>
      <a:accent1>
        <a:srgbClr val="0745AA"/>
      </a:accent1>
      <a:accent2>
        <a:srgbClr val="478DFF"/>
      </a:accent2>
      <a:accent3>
        <a:srgbClr val="1B55B3"/>
      </a:accent3>
      <a:accent4>
        <a:srgbClr val="69A9FF"/>
      </a:accent4>
      <a:accent5>
        <a:srgbClr val="356CC4"/>
      </a:accent5>
      <a:accent6>
        <a:srgbClr val="91C5FF"/>
      </a:accent6>
      <a:hlink>
        <a:srgbClr val="DDEBFF"/>
      </a:hlink>
      <a:folHlink>
        <a:srgbClr val="75ADFB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蓝色毕业答辩简约风主题">
  <a:themeElements>
    <a:clrScheme name="">
      <a:dk1>
        <a:srgbClr val="000000"/>
      </a:dk1>
      <a:lt1>
        <a:srgbClr val="FFFFFF"/>
      </a:lt1>
      <a:dk2>
        <a:srgbClr val="03204C"/>
      </a:dk2>
      <a:lt2>
        <a:srgbClr val="F2F3F5"/>
      </a:lt2>
      <a:accent1>
        <a:srgbClr val="0745AA"/>
      </a:accent1>
      <a:accent2>
        <a:srgbClr val="478DFF"/>
      </a:accent2>
      <a:accent3>
        <a:srgbClr val="1B55B3"/>
      </a:accent3>
      <a:accent4>
        <a:srgbClr val="88B4FB"/>
      </a:accent4>
      <a:accent5>
        <a:srgbClr val="356CC4"/>
      </a:accent5>
      <a:accent6>
        <a:srgbClr val="9EC0F9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WPS 演示</Application>
  <PresentationFormat>宽屏</PresentationFormat>
  <Paragraphs>103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MiSans DemiBold</vt:lpstr>
      <vt:lpstr>Segoe Print</vt:lpstr>
      <vt:lpstr>MiSans Medium</vt:lpstr>
      <vt:lpstr>MiSans Normal</vt:lpstr>
      <vt:lpstr>Arial Unicode MS</vt:lpstr>
      <vt:lpstr>Calibri</vt:lpstr>
      <vt:lpstr>MiSans Medium</vt:lpstr>
      <vt:lpstr>MiSans Normal</vt:lpstr>
      <vt:lpstr>蓝色毕业答辩简约风主题</vt:lpstr>
      <vt:lpstr>Office 主题</vt:lpstr>
      <vt:lpstr>2_蓝色毕业答辩简约风主题</vt:lpstr>
      <vt:lpstr>基于SpringAI的智能电网运维设计与实现</vt:lpstr>
      <vt:lpstr>目录</vt:lpstr>
      <vt:lpstr>研究背景和意义</vt:lpstr>
      <vt:lpstr>研究背景与价值</vt:lpstr>
      <vt:lpstr>相关技术研究现状</vt:lpstr>
      <vt:lpstr>技术现状与趋势</vt:lpstr>
      <vt:lpstr>研究内容和系统设计</vt:lpstr>
      <vt:lpstr>系统核心流程</vt:lpstr>
      <vt:lpstr>PowerPoint 演示文稿</vt:lpstr>
      <vt:lpstr>研究问题</vt:lpstr>
      <vt:lpstr>关键研究问题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基于SpringAI的智能电网运维设计与实现</dc:title>
  <dc:creator/>
  <cp:lastModifiedBy>和煦</cp:lastModifiedBy>
  <cp:revision>5</cp:revision>
  <dcterms:created xsi:type="dcterms:W3CDTF">2025-12-23T02:03:00Z</dcterms:created>
  <dcterms:modified xsi:type="dcterms:W3CDTF">2026-03-26T16:31:32Z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DA6456E1217B4BC3AAFA22E0A217E457_13</vt:lpwstr>
  </property>
  <property fmtid="{D5CDD505-2E9C-101B-9397-08002B2CF9AE}" pid="4" name="KSOTemplateUUID">
    <vt:lpwstr>v1.0_ai_69796643749</vt:lpwstr>
  </property>
</Properties>
</file>