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80" r:id="rId4"/>
  </p:sldMasterIdLst>
  <p:sldIdLst>
    <p:sldId id="317" r:id="rId5"/>
    <p:sldId id="304" r:id="rId6"/>
    <p:sldId id="318" r:id="rId7"/>
    <p:sldId id="306" r:id="rId8"/>
    <p:sldId id="319" r:id="rId9"/>
    <p:sldId id="308" r:id="rId10"/>
    <p:sldId id="320" r:id="rId11"/>
    <p:sldId id="310" r:id="rId12"/>
    <p:sldId id="324" r:id="rId13"/>
    <p:sldId id="311" r:id="rId14"/>
    <p:sldId id="321" r:id="rId15"/>
    <p:sldId id="313" r:id="rId16"/>
    <p:sldId id="322" r:id="rId17"/>
    <p:sldId id="315" r:id="rId18"/>
    <p:sldId id="323" r:id="rId19"/>
  </p:sldIdLst>
  <p:sldSz cx="12192000" cy="6858000"/>
  <p:notesSz cx="7103745" cy="10234295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574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image" Target="../media/image2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image" Target="NULL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tags" Target="../tags/tag192.xml"/><Relationship Id="rId10" Type="http://schemas.openxmlformats.org/officeDocument/2006/relationships/tags" Target="../tags/tag19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5" Type="http://schemas.openxmlformats.org/officeDocument/2006/relationships/tags" Target="../tags/tag274.xml"/><Relationship Id="rId14" Type="http://schemas.openxmlformats.org/officeDocument/2006/relationships/tags" Target="../tags/tag273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2" Type="http://schemas.openxmlformats.org/officeDocument/2006/relationships/tags" Target="../tags/tag29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04.xml"/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1" Type="http://schemas.openxmlformats.org/officeDocument/2006/relationships/tags" Target="../tags/tag316.xml"/><Relationship Id="rId20" Type="http://schemas.openxmlformats.org/officeDocument/2006/relationships/tags" Target="../tags/tag315.xml"/><Relationship Id="rId2" Type="http://schemas.openxmlformats.org/officeDocument/2006/relationships/tags" Target="../tags/tag297.xml"/><Relationship Id="rId19" Type="http://schemas.openxmlformats.org/officeDocument/2006/relationships/tags" Target="../tags/tag314.xml"/><Relationship Id="rId18" Type="http://schemas.openxmlformats.org/officeDocument/2006/relationships/tags" Target="../tags/tag313.xml"/><Relationship Id="rId17" Type="http://schemas.openxmlformats.org/officeDocument/2006/relationships/tags" Target="../tags/tag312.xml"/><Relationship Id="rId16" Type="http://schemas.openxmlformats.org/officeDocument/2006/relationships/tags" Target="../tags/tag311.xml"/><Relationship Id="rId15" Type="http://schemas.openxmlformats.org/officeDocument/2006/relationships/tags" Target="../tags/tag310.xml"/><Relationship Id="rId14" Type="http://schemas.openxmlformats.org/officeDocument/2006/relationships/tags" Target="../tags/tag309.xml"/><Relationship Id="rId13" Type="http://schemas.openxmlformats.org/officeDocument/2006/relationships/tags" Target="../tags/tag308.xml"/><Relationship Id="rId12" Type="http://schemas.openxmlformats.org/officeDocument/2006/relationships/tags" Target="../tags/tag307.xml"/><Relationship Id="rId11" Type="http://schemas.openxmlformats.org/officeDocument/2006/relationships/tags" Target="../tags/tag306.xml"/><Relationship Id="rId10" Type="http://schemas.openxmlformats.org/officeDocument/2006/relationships/tags" Target="../tags/tag305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24.xml"/><Relationship Id="rId8" Type="http://schemas.openxmlformats.org/officeDocument/2006/relationships/tags" Target="../tags/tag323.xml"/><Relationship Id="rId7" Type="http://schemas.openxmlformats.org/officeDocument/2006/relationships/tags" Target="../tags/tag322.xml"/><Relationship Id="rId6" Type="http://schemas.openxmlformats.org/officeDocument/2006/relationships/tags" Target="../tags/tag321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7" Type="http://schemas.openxmlformats.org/officeDocument/2006/relationships/tags" Target="../tags/tag332.xml"/><Relationship Id="rId16" Type="http://schemas.openxmlformats.org/officeDocument/2006/relationships/tags" Target="../tags/tag331.xml"/><Relationship Id="rId15" Type="http://schemas.openxmlformats.org/officeDocument/2006/relationships/tags" Target="../tags/tag330.xml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tags" Target="../tags/tag327.xml"/><Relationship Id="rId11" Type="http://schemas.openxmlformats.org/officeDocument/2006/relationships/tags" Target="../tags/tag326.xml"/><Relationship Id="rId10" Type="http://schemas.openxmlformats.org/officeDocument/2006/relationships/tags" Target="../tags/tag325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353.xml"/><Relationship Id="rId8" Type="http://schemas.openxmlformats.org/officeDocument/2006/relationships/tags" Target="../tags/tag352.xml"/><Relationship Id="rId7" Type="http://schemas.openxmlformats.org/officeDocument/2006/relationships/tags" Target="../tags/tag351.xml"/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5" Type="http://schemas.openxmlformats.org/officeDocument/2006/relationships/tags" Target="../tags/tag359.xml"/><Relationship Id="rId14" Type="http://schemas.openxmlformats.org/officeDocument/2006/relationships/tags" Target="../tags/tag358.xml"/><Relationship Id="rId13" Type="http://schemas.openxmlformats.org/officeDocument/2006/relationships/tags" Target="../tags/tag357.xml"/><Relationship Id="rId12" Type="http://schemas.openxmlformats.org/officeDocument/2006/relationships/tags" Target="../tags/tag356.xml"/><Relationship Id="rId11" Type="http://schemas.openxmlformats.org/officeDocument/2006/relationships/tags" Target="../tags/tag355.xml"/><Relationship Id="rId10" Type="http://schemas.openxmlformats.org/officeDocument/2006/relationships/tags" Target="../tags/tag354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7" Type="http://schemas.openxmlformats.org/officeDocument/2006/relationships/tags" Target="../tags/tag386.xml"/><Relationship Id="rId16" Type="http://schemas.openxmlformats.org/officeDocument/2006/relationships/tags" Target="../tags/tag385.xml"/><Relationship Id="rId15" Type="http://schemas.openxmlformats.org/officeDocument/2006/relationships/tags" Target="../tags/tag384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openxmlformats.org/officeDocument/2006/relationships/tags" Target="../tags/tag391.xml"/><Relationship Id="rId5" Type="http://schemas.openxmlformats.org/officeDocument/2006/relationships/tags" Target="../tags/tag390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3" Type="http://schemas.openxmlformats.org/officeDocument/2006/relationships/tags" Target="../tags/tag398.xml"/><Relationship Id="rId12" Type="http://schemas.openxmlformats.org/officeDocument/2006/relationships/tags" Target="../tags/tag397.xml"/><Relationship Id="rId11" Type="http://schemas.openxmlformats.org/officeDocument/2006/relationships/tags" Target="../tags/tag396.xml"/><Relationship Id="rId10" Type="http://schemas.openxmlformats.org/officeDocument/2006/relationships/tags" Target="../tags/tag395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406.xml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7" Type="http://schemas.openxmlformats.org/officeDocument/2006/relationships/tags" Target="../tags/tag414.xml"/><Relationship Id="rId16" Type="http://schemas.openxmlformats.org/officeDocument/2006/relationships/tags" Target="../tags/tag413.xml"/><Relationship Id="rId15" Type="http://schemas.openxmlformats.org/officeDocument/2006/relationships/tags" Target="../tags/tag412.xml"/><Relationship Id="rId14" Type="http://schemas.openxmlformats.org/officeDocument/2006/relationships/tags" Target="../tags/tag411.xml"/><Relationship Id="rId13" Type="http://schemas.openxmlformats.org/officeDocument/2006/relationships/tags" Target="../tags/tag410.xml"/><Relationship Id="rId12" Type="http://schemas.openxmlformats.org/officeDocument/2006/relationships/tags" Target="../tags/tag409.xml"/><Relationship Id="rId11" Type="http://schemas.openxmlformats.org/officeDocument/2006/relationships/tags" Target="../tags/tag408.xml"/><Relationship Id="rId10" Type="http://schemas.openxmlformats.org/officeDocument/2006/relationships/tags" Target="../tags/tag407.xm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432.xml"/><Relationship Id="rId8" Type="http://schemas.openxmlformats.org/officeDocument/2006/relationships/tags" Target="../tags/tag431.xml"/><Relationship Id="rId7" Type="http://schemas.openxmlformats.org/officeDocument/2006/relationships/tags" Target="../tags/tag430.xml"/><Relationship Id="rId6" Type="http://schemas.openxmlformats.org/officeDocument/2006/relationships/tags" Target="../tags/tag429.xml"/><Relationship Id="rId5" Type="http://schemas.openxmlformats.org/officeDocument/2006/relationships/tags" Target="../tags/tag428.xml"/><Relationship Id="rId4" Type="http://schemas.openxmlformats.org/officeDocument/2006/relationships/tags" Target="../tags/tag427.xml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7" Type="http://schemas.openxmlformats.org/officeDocument/2006/relationships/tags" Target="../tags/tag440.xml"/><Relationship Id="rId16" Type="http://schemas.openxmlformats.org/officeDocument/2006/relationships/tags" Target="../tags/tag439.xml"/><Relationship Id="rId15" Type="http://schemas.openxmlformats.org/officeDocument/2006/relationships/tags" Target="../tags/tag438.xml"/><Relationship Id="rId14" Type="http://schemas.openxmlformats.org/officeDocument/2006/relationships/tags" Target="../tags/tag437.xml"/><Relationship Id="rId13" Type="http://schemas.openxmlformats.org/officeDocument/2006/relationships/tags" Target="../tags/tag436.xml"/><Relationship Id="rId12" Type="http://schemas.openxmlformats.org/officeDocument/2006/relationships/tags" Target="../tags/tag435.xml"/><Relationship Id="rId11" Type="http://schemas.openxmlformats.org/officeDocument/2006/relationships/tags" Target="../tags/tag434.xml"/><Relationship Id="rId10" Type="http://schemas.openxmlformats.org/officeDocument/2006/relationships/tags" Target="../tags/tag433.xml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448.xml"/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tags" Target="../tags/tag442.xml"/><Relationship Id="rId24" Type="http://schemas.openxmlformats.org/officeDocument/2006/relationships/tags" Target="../tags/tag463.xml"/><Relationship Id="rId23" Type="http://schemas.openxmlformats.org/officeDocument/2006/relationships/tags" Target="../tags/tag462.xml"/><Relationship Id="rId22" Type="http://schemas.openxmlformats.org/officeDocument/2006/relationships/tags" Target="../tags/tag461.xml"/><Relationship Id="rId21" Type="http://schemas.openxmlformats.org/officeDocument/2006/relationships/tags" Target="../tags/tag460.xml"/><Relationship Id="rId20" Type="http://schemas.openxmlformats.org/officeDocument/2006/relationships/tags" Target="../tags/tag459.xml"/><Relationship Id="rId2" Type="http://schemas.openxmlformats.org/officeDocument/2006/relationships/tags" Target="../tags/tag441.xml"/><Relationship Id="rId19" Type="http://schemas.openxmlformats.org/officeDocument/2006/relationships/tags" Target="../tags/tag458.xml"/><Relationship Id="rId18" Type="http://schemas.openxmlformats.org/officeDocument/2006/relationships/tags" Target="../tags/tag457.xml"/><Relationship Id="rId17" Type="http://schemas.openxmlformats.org/officeDocument/2006/relationships/tags" Target="../tags/tag456.xml"/><Relationship Id="rId16" Type="http://schemas.openxmlformats.org/officeDocument/2006/relationships/tags" Target="../tags/tag455.xml"/><Relationship Id="rId15" Type="http://schemas.openxmlformats.org/officeDocument/2006/relationships/tags" Target="../tags/tag454.xml"/><Relationship Id="rId14" Type="http://schemas.openxmlformats.org/officeDocument/2006/relationships/tags" Target="../tags/tag453.xml"/><Relationship Id="rId13" Type="http://schemas.openxmlformats.org/officeDocument/2006/relationships/tags" Target="../tags/tag452.xml"/><Relationship Id="rId12" Type="http://schemas.openxmlformats.org/officeDocument/2006/relationships/tags" Target="../tags/tag451.xml"/><Relationship Id="rId11" Type="http://schemas.openxmlformats.org/officeDocument/2006/relationships/tags" Target="../tags/tag450.xml"/><Relationship Id="rId10" Type="http://schemas.openxmlformats.org/officeDocument/2006/relationships/tags" Target="../tags/tag449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任意多边形 7"/>
          <p:cNvSpPr/>
          <p:nvPr userDrawn="1">
            <p:custDataLst>
              <p:tags r:id="rId7"/>
            </p:custDataLst>
          </p:nvPr>
        </p:nvSpPr>
        <p:spPr>
          <a:xfrm>
            <a:off x="8864596" y="0"/>
            <a:ext cx="3327400" cy="6858000"/>
          </a:xfrm>
          <a:custGeom>
            <a:avLst/>
            <a:gdLst>
              <a:gd name="connisteX0" fmla="*/ 1758226 w 3327401"/>
              <a:gd name="connsiteY0" fmla="*/ 0 h 6858000"/>
              <a:gd name="connisteX1" fmla="*/ 3327401 w 3327401"/>
              <a:gd name="connsiteY1" fmla="*/ 0 h 6858000"/>
              <a:gd name="connisteX2" fmla="*/ 3327401 w 3327401"/>
              <a:gd name="connsiteY2" fmla="*/ 6858000 h 6858000"/>
              <a:gd name="connisteX3" fmla="*/ 0 w 3327401"/>
              <a:gd name="connsiteY3" fmla="*/ 6858000 h 6858000"/>
              <a:gd name="connisteX4" fmla="*/ 1758226 w 3327401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327401" h="6858000">
                <a:moveTo>
                  <a:pt x="1758227" y="0"/>
                </a:moveTo>
                <a:lnTo>
                  <a:pt x="3327401" y="0"/>
                </a:lnTo>
                <a:lnTo>
                  <a:pt x="3327401" y="6858000"/>
                </a:lnTo>
                <a:lnTo>
                  <a:pt x="0" y="6858000"/>
                </a:lnTo>
                <a:lnTo>
                  <a:pt x="175822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8"/>
            </p:custDataLst>
          </p:nvPr>
        </p:nvSpPr>
        <p:spPr>
          <a:xfrm>
            <a:off x="9924203" y="4114800"/>
            <a:ext cx="2267585" cy="2742565"/>
          </a:xfrm>
          <a:custGeom>
            <a:avLst/>
            <a:gdLst>
              <a:gd name="connisteX0" fmla="*/ 2267785 w 2267794"/>
              <a:gd name="connsiteY0" fmla="*/ 195937 h 2743172"/>
              <a:gd name="connisteX1" fmla="*/ 2267785 w 2267794"/>
              <a:gd name="connsiteY1" fmla="*/ 2743172 h 2743172"/>
              <a:gd name="connisteX2" fmla="*/ 502517 w 2267794"/>
              <a:gd name="connsiteY2" fmla="*/ 2743172 h 2743172"/>
              <a:gd name="connisteX3" fmla="*/ 10652 w 2267794"/>
              <a:gd name="connsiteY3" fmla="*/ 924888 h 2743172"/>
              <a:gd name="connisteX4" fmla="*/ 225481 w 2267794"/>
              <a:gd name="connsiteY4" fmla="*/ 551026 h 2743172"/>
              <a:gd name="connisteX5" fmla="*/ 2267785 w 2267794"/>
              <a:gd name="connsiteY5" fmla="*/ 0 h 2743172"/>
              <a:gd name="connisteX6" fmla="*/ 2267785 w 2267794"/>
              <a:gd name="connsiteY6" fmla="*/ 195937 h 27431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267794" h="2743173">
                <a:moveTo>
                  <a:pt x="2267785" y="195938"/>
                </a:moveTo>
                <a:lnTo>
                  <a:pt x="2267785" y="2743173"/>
                </a:lnTo>
                <a:lnTo>
                  <a:pt x="502518" y="2743173"/>
                </a:lnTo>
                <a:lnTo>
                  <a:pt x="10653" y="924888"/>
                </a:lnTo>
                <a:cubicBezTo>
                  <a:pt x="-33330" y="762317"/>
                  <a:pt x="62874" y="594899"/>
                  <a:pt x="225482" y="551027"/>
                </a:cubicBezTo>
                <a:lnTo>
                  <a:pt x="2267785" y="0"/>
                </a:lnTo>
                <a:lnTo>
                  <a:pt x="2267785" y="195938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10545958" y="4648197"/>
            <a:ext cx="1645920" cy="2210435"/>
          </a:xfrm>
          <a:custGeom>
            <a:avLst/>
            <a:gdLst>
              <a:gd name="connisteX0" fmla="*/ 401430 w 1646038"/>
              <a:gd name="connsiteY0" fmla="*/ 2209803 h 2209803"/>
              <a:gd name="connisteX1" fmla="*/ 1646038 w 1646038"/>
              <a:gd name="connsiteY1" fmla="*/ 2209803 h 2209803"/>
              <a:gd name="connisteX2" fmla="*/ 1646038 w 1646038"/>
              <a:gd name="connsiteY2" fmla="*/ 1591056 h 2209803"/>
              <a:gd name="connisteX3" fmla="*/ 1646038 w 1646038"/>
              <a:gd name="connsiteY3" fmla="*/ 0 h 2209803"/>
              <a:gd name="connisteX4" fmla="*/ 226487 w 1646038"/>
              <a:gd name="connsiteY4" fmla="*/ 377766 h 2209803"/>
              <a:gd name="connisteX5" fmla="*/ 10469 w 1646038"/>
              <a:gd name="connsiteY5" fmla="*/ 751234 h 2209803"/>
              <a:gd name="connisteX6" fmla="*/ 401430 w 1646038"/>
              <a:gd name="connsiteY6" fmla="*/ 2209803 h 22098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46039" h="2209803">
                <a:moveTo>
                  <a:pt x="401431" y="2209803"/>
                </a:moveTo>
                <a:lnTo>
                  <a:pt x="1646039" y="2209803"/>
                </a:lnTo>
                <a:lnTo>
                  <a:pt x="1646039" y="1591056"/>
                </a:lnTo>
                <a:lnTo>
                  <a:pt x="1646039" y="0"/>
                </a:lnTo>
                <a:lnTo>
                  <a:pt x="226488" y="377766"/>
                </a:lnTo>
                <a:cubicBezTo>
                  <a:pt x="63606" y="421109"/>
                  <a:pt x="-33174" y="588426"/>
                  <a:pt x="10470" y="751234"/>
                </a:cubicBezTo>
                <a:lnTo>
                  <a:pt x="401431" y="2209803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10"/>
            </p:custDataLst>
          </p:nvPr>
        </p:nvSpPr>
        <p:spPr>
          <a:xfrm>
            <a:off x="11166827" y="5168920"/>
            <a:ext cx="1024890" cy="1689100"/>
          </a:xfrm>
          <a:custGeom>
            <a:avLst/>
            <a:gdLst>
              <a:gd name="connisteX0" fmla="*/ 1025161 w 1025161"/>
              <a:gd name="connsiteY0" fmla="*/ 1689070 h 1689079"/>
              <a:gd name="connisteX1" fmla="*/ 301258 w 1025161"/>
              <a:gd name="connsiteY1" fmla="*/ 1689070 h 1689079"/>
              <a:gd name="connisteX2" fmla="*/ 10195 w 1025161"/>
              <a:gd name="connsiteY2" fmla="*/ 587950 h 1689079"/>
              <a:gd name="connisteX3" fmla="*/ 225463 w 1025161"/>
              <a:gd name="connsiteY3" fmla="*/ 215780 h 1689079"/>
              <a:gd name="connisteX4" fmla="*/ 1025161 w 1025161"/>
              <a:gd name="connsiteY4" fmla="*/ 0 h 1689079"/>
              <a:gd name="connisteX5" fmla="*/ 1025161 w 1025161"/>
              <a:gd name="connsiteY5" fmla="*/ 1689070 h 16890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025161" h="1689080">
                <a:moveTo>
                  <a:pt x="1025161" y="1689071"/>
                </a:moveTo>
                <a:lnTo>
                  <a:pt x="301258" y="1689071"/>
                </a:lnTo>
                <a:lnTo>
                  <a:pt x="10196" y="587950"/>
                </a:lnTo>
                <a:cubicBezTo>
                  <a:pt x="-32672" y="425800"/>
                  <a:pt x="63533" y="259479"/>
                  <a:pt x="225464" y="215780"/>
                </a:cubicBezTo>
                <a:lnTo>
                  <a:pt x="1025161" y="0"/>
                </a:lnTo>
                <a:lnTo>
                  <a:pt x="1025161" y="168907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11"/>
            </p:custDataLst>
          </p:nvPr>
        </p:nvSpPr>
        <p:spPr>
          <a:xfrm>
            <a:off x="0" y="6349996"/>
            <a:ext cx="508000" cy="50863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12"/>
            </p:custDataLst>
          </p:nvPr>
        </p:nvSpPr>
        <p:spPr>
          <a:xfrm>
            <a:off x="1015999" y="1945642"/>
            <a:ext cx="1752614" cy="38100"/>
          </a:xfrm>
          <a:custGeom>
            <a:avLst/>
            <a:gdLst>
              <a:gd name="connisteX0" fmla="*/ 0 w 1574797"/>
              <a:gd name="connsiteY0" fmla="*/ 25402 h 50804"/>
              <a:gd name="connisteX1" fmla="*/ 25402 w 1574797"/>
              <a:gd name="connsiteY1" fmla="*/ 0 h 50804"/>
              <a:gd name="connisteX2" fmla="*/ 1549395 w 1574797"/>
              <a:gd name="connsiteY2" fmla="*/ 0 h 50804"/>
              <a:gd name="connisteX3" fmla="*/ 1574797 w 1574797"/>
              <a:gd name="connsiteY3" fmla="*/ 25402 h 50804"/>
              <a:gd name="connisteX4" fmla="*/ 1574797 w 1574797"/>
              <a:gd name="connsiteY4" fmla="*/ 25402 h 50804"/>
              <a:gd name="connisteX5" fmla="*/ 1549395 w 1574797"/>
              <a:gd name="connsiteY5" fmla="*/ 50804 h 50804"/>
              <a:gd name="connisteX6" fmla="*/ 25402 w 1574797"/>
              <a:gd name="connsiteY6" fmla="*/ 50804 h 50804"/>
              <a:gd name="connisteX7" fmla="*/ 0 w 1574797"/>
              <a:gd name="connsiteY7" fmla="*/ 25402 h 50804"/>
              <a:gd name="connisteX8" fmla="*/ 0 w 1574797"/>
              <a:gd name="connsiteY8" fmla="*/ 25402 h 508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74798" h="50804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1549396" y="0"/>
                </a:lnTo>
                <a:cubicBezTo>
                  <a:pt x="1563432" y="0"/>
                  <a:pt x="1574798" y="11375"/>
                  <a:pt x="1574798" y="25402"/>
                </a:cubicBezTo>
                <a:lnTo>
                  <a:pt x="1574798" y="25402"/>
                </a:lnTo>
                <a:cubicBezTo>
                  <a:pt x="1574798" y="39429"/>
                  <a:pt x="1563432" y="50804"/>
                  <a:pt x="1549396" y="50804"/>
                </a:cubicBezTo>
                <a:lnTo>
                  <a:pt x="25402" y="50804"/>
                </a:lnTo>
                <a:cubicBezTo>
                  <a:pt x="11375" y="50804"/>
                  <a:pt x="0" y="39429"/>
                  <a:pt x="0" y="25402"/>
                </a:cubicBezTo>
                <a:lnTo>
                  <a:pt x="0" y="2540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1015999" y="141223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20XX YEAR </a:t>
            </a:r>
            <a:endParaRPr lang="zh-CN" altLang="en-US" smtClean="0"/>
          </a:p>
        </p:txBody>
      </p:sp>
      <p:sp>
        <p:nvSpPr>
          <p:cNvPr id="6" name="标题 5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1016000" y="2392680"/>
            <a:ext cx="8572500" cy="2555875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smtClean="0"/>
              <a:t>高校毕业论文答辩
通用模板</a:t>
            </a:r>
            <a:endParaRPr lang="zh-CN" altLang="en-US" smtClean="0"/>
          </a:p>
        </p:txBody>
      </p:sp>
      <p:sp>
        <p:nvSpPr>
          <p:cNvPr id="7" name="文本占位符 6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015999" y="532129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C:/Users/win10/AppData/Local/Temp/figmazip/slide_61be7466cc40d4ab\datas\氛围图-6002&amp;64584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页-1-5_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 fontScale="90000"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目录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5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8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9" hasCustomPrompt="1"/>
            <p:custDataLst>
              <p:tags r:id="rId11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6" hasCustomPrompt="1"/>
            <p:custDataLst>
              <p:tags r:id="rId16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1" name="装饰  0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33866"/>
              <a:gd name="connsiteY0" fmla="*/ 16933 h 1016000"/>
              <a:gd name="connisteX1" fmla="*/ 16933 w 33866"/>
              <a:gd name="connsiteY1" fmla="*/ 0 h 1016000"/>
              <a:gd name="connisteX2" fmla="*/ 16933 w 33866"/>
              <a:gd name="connsiteY2" fmla="*/ 0 h 1016000"/>
              <a:gd name="connisteX3" fmla="*/ 33866 w 33866"/>
              <a:gd name="connsiteY3" fmla="*/ 16933 h 1016000"/>
              <a:gd name="connisteX4" fmla="*/ 33866 w 33866"/>
              <a:gd name="connsiteY4" fmla="*/ 999066 h 1016000"/>
              <a:gd name="connisteX5" fmla="*/ 16933 w 33866"/>
              <a:gd name="connsiteY5" fmla="*/ 1016000 h 1016000"/>
              <a:gd name="connisteX6" fmla="*/ 16933 w 33866"/>
              <a:gd name="connsiteY6" fmla="*/ 1016000 h 1016000"/>
              <a:gd name="connisteX7" fmla="*/ 0 w 33866"/>
              <a:gd name="connsiteY7" fmla="*/ 999066 h 1016000"/>
              <a:gd name="connisteX8" fmla="*/ 0 w 33866"/>
              <a:gd name="connsiteY8" fmla="*/ 16933 h 101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3867" h="1016000">
                <a:moveTo>
                  <a:pt x="0" y="16933"/>
                </a:moveTo>
                <a:cubicBezTo>
                  <a:pt x="0" y="7581"/>
                  <a:pt x="7581" y="0"/>
                  <a:pt x="16933" y="0"/>
                </a:cubicBezTo>
                <a:lnTo>
                  <a:pt x="16933" y="0"/>
                </a:lnTo>
                <a:cubicBezTo>
                  <a:pt x="26285" y="0"/>
                  <a:pt x="33867" y="7581"/>
                  <a:pt x="33867" y="16933"/>
                </a:cubicBezTo>
                <a:lnTo>
                  <a:pt x="33867" y="999067"/>
                </a:lnTo>
                <a:cubicBezTo>
                  <a:pt x="33867" y="1008419"/>
                  <a:pt x="26285" y="1016000"/>
                  <a:pt x="16933" y="1016000"/>
                </a:cubicBezTo>
                <a:lnTo>
                  <a:pt x="16933" y="1016000"/>
                </a:lnTo>
                <a:cubicBezTo>
                  <a:pt x="7581" y="1016000"/>
                  <a:pt x="0" y="1008419"/>
                  <a:pt x="0" y="999067"/>
                </a:cubicBezTo>
                <a:lnTo>
                  <a:pt x="0" y="169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10013_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3098800"/>
          </a:xfrm>
          <a:custGeom>
            <a:avLst/>
            <a:gdLst>
              <a:gd name="connisteX0" fmla="*/ 0 w 10972800"/>
              <a:gd name="connsiteY0" fmla="*/ 203200 h 3098800"/>
              <a:gd name="connisteX1" fmla="*/ 203200 w 10972800"/>
              <a:gd name="connsiteY1" fmla="*/ 0 h 3098800"/>
              <a:gd name="connisteX2" fmla="*/ 10769600 w 10972800"/>
              <a:gd name="connsiteY2" fmla="*/ 0 h 3098800"/>
              <a:gd name="connisteX3" fmla="*/ 10972800 w 10972800"/>
              <a:gd name="connsiteY3" fmla="*/ 203200 h 3098800"/>
              <a:gd name="connisteX4" fmla="*/ 10972800 w 10972800"/>
              <a:gd name="connsiteY4" fmla="*/ 2895600 h 3098800"/>
              <a:gd name="connisteX5" fmla="*/ 10769600 w 10972800"/>
              <a:gd name="connsiteY5" fmla="*/ 3098800 h 3098800"/>
              <a:gd name="connisteX6" fmla="*/ 203200 w 10972800"/>
              <a:gd name="connsiteY6" fmla="*/ 3098800 h 3098800"/>
              <a:gd name="connisteX7" fmla="*/ 0 w 10972800"/>
              <a:gd name="connsiteY7" fmla="*/ 2895600 h 3098800"/>
              <a:gd name="connisteX8" fmla="*/ 0 w 109728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95600"/>
                </a:lnTo>
                <a:cubicBezTo>
                  <a:pt x="10972800" y="3007824"/>
                  <a:pt x="10881824" y="3098800"/>
                  <a:pt x="107696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5080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5638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48_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4605866"/>
              <a:gd name="connsiteY0" fmla="*/ 203200 h 6299200"/>
              <a:gd name="connisteX1" fmla="*/ 203200 w 4605866"/>
              <a:gd name="connsiteY1" fmla="*/ 0 h 6299200"/>
              <a:gd name="connisteX2" fmla="*/ 4402666 w 4605866"/>
              <a:gd name="connsiteY2" fmla="*/ 0 h 6299200"/>
              <a:gd name="connisteX3" fmla="*/ 4605866 w 4605866"/>
              <a:gd name="connsiteY3" fmla="*/ 203200 h 6299200"/>
              <a:gd name="connisteX4" fmla="*/ 4605866 w 4605866"/>
              <a:gd name="connsiteY4" fmla="*/ 6096000 h 6299200"/>
              <a:gd name="connisteX5" fmla="*/ 4402666 w 4605866"/>
              <a:gd name="connsiteY5" fmla="*/ 6299200 h 6299200"/>
              <a:gd name="connisteX6" fmla="*/ 203200 w 4605866"/>
              <a:gd name="connsiteY6" fmla="*/ 6299200 h 6299200"/>
              <a:gd name="connisteX7" fmla="*/ 0 w 4605866"/>
              <a:gd name="connsiteY7" fmla="*/ 6096000 h 6299200"/>
              <a:gd name="connisteX8" fmla="*/ 0 w 4605866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605867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6096000"/>
                </a:lnTo>
                <a:cubicBezTo>
                  <a:pt x="4605867" y="6208224"/>
                  <a:pt x="4514891" y="6299200"/>
                  <a:pt x="4402667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4605866"/>
              <a:gd name="connsiteY0" fmla="*/ 203200 h 6299200"/>
              <a:gd name="connisteX1" fmla="*/ 203200 w 4605866"/>
              <a:gd name="connsiteY1" fmla="*/ 0 h 6299200"/>
              <a:gd name="connisteX2" fmla="*/ 4402666 w 4605866"/>
              <a:gd name="connsiteY2" fmla="*/ 0 h 6299200"/>
              <a:gd name="connisteX3" fmla="*/ 4605866 w 4605866"/>
              <a:gd name="connsiteY3" fmla="*/ 203200 h 6299200"/>
              <a:gd name="connisteX4" fmla="*/ 4605866 w 4605866"/>
              <a:gd name="connsiteY4" fmla="*/ 6096000 h 6299200"/>
              <a:gd name="connisteX5" fmla="*/ 4402666 w 4605866"/>
              <a:gd name="connsiteY5" fmla="*/ 6299200 h 6299200"/>
              <a:gd name="connisteX6" fmla="*/ 203200 w 4605866"/>
              <a:gd name="connsiteY6" fmla="*/ 6299200 h 6299200"/>
              <a:gd name="connisteX7" fmla="*/ 0 w 4605866"/>
              <a:gd name="connsiteY7" fmla="*/ 6096000 h 6299200"/>
              <a:gd name="connisteX8" fmla="*/ 0 w 4605866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605867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6096000"/>
                </a:lnTo>
                <a:cubicBezTo>
                  <a:pt x="4605867" y="6208224"/>
                  <a:pt x="4514891" y="6299200"/>
                  <a:pt x="4402667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4605866"/>
              <a:gd name="connsiteY0" fmla="*/ 203200 h 6299200"/>
              <a:gd name="connisteX1" fmla="*/ 203200 w 4605866"/>
              <a:gd name="connsiteY1" fmla="*/ 0 h 6299200"/>
              <a:gd name="connisteX2" fmla="*/ 4402666 w 4605866"/>
              <a:gd name="connsiteY2" fmla="*/ 0 h 6299200"/>
              <a:gd name="connisteX3" fmla="*/ 4605866 w 4605866"/>
              <a:gd name="connsiteY3" fmla="*/ 203200 h 6299200"/>
              <a:gd name="connisteX4" fmla="*/ 4605866 w 4605866"/>
              <a:gd name="connsiteY4" fmla="*/ 6096000 h 6299200"/>
              <a:gd name="connisteX5" fmla="*/ 4402666 w 4605866"/>
              <a:gd name="connsiteY5" fmla="*/ 6299200 h 6299200"/>
              <a:gd name="connisteX6" fmla="*/ 203200 w 4605866"/>
              <a:gd name="connsiteY6" fmla="*/ 6299200 h 6299200"/>
              <a:gd name="connisteX7" fmla="*/ 0 w 4605866"/>
              <a:gd name="connsiteY7" fmla="*/ 6096000 h 6299200"/>
              <a:gd name="connisteX8" fmla="*/ 0 w 4605866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605867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6096000"/>
                </a:lnTo>
                <a:cubicBezTo>
                  <a:pt x="4605867" y="6208224"/>
                  <a:pt x="4514891" y="6299200"/>
                  <a:pt x="4402667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26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31_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7112000"/>
              <a:gd name="connsiteY0" fmla="*/ 203200 h 6299200"/>
              <a:gd name="connisteX1" fmla="*/ 203200 w 7112000"/>
              <a:gd name="connsiteY1" fmla="*/ 0 h 6299200"/>
              <a:gd name="connisteX2" fmla="*/ 6908800 w 7112000"/>
              <a:gd name="connsiteY2" fmla="*/ 0 h 6299200"/>
              <a:gd name="connisteX3" fmla="*/ 7112000 w 7112000"/>
              <a:gd name="connsiteY3" fmla="*/ 203200 h 6299200"/>
              <a:gd name="connisteX4" fmla="*/ 7112000 w 7112000"/>
              <a:gd name="connsiteY4" fmla="*/ 6096000 h 6299200"/>
              <a:gd name="connisteX5" fmla="*/ 6908800 w 7112000"/>
              <a:gd name="connsiteY5" fmla="*/ 6299200 h 6299200"/>
              <a:gd name="connisteX6" fmla="*/ 203200 w 7112000"/>
              <a:gd name="connsiteY6" fmla="*/ 6299200 h 6299200"/>
              <a:gd name="connisteX7" fmla="*/ 0 w 7112000"/>
              <a:gd name="connsiteY7" fmla="*/ 6096000 h 6299200"/>
              <a:gd name="connisteX8" fmla="*/ 0 w 7112000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112000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08800" y="0"/>
                </a:lnTo>
                <a:cubicBezTo>
                  <a:pt x="7021024" y="0"/>
                  <a:pt x="7112000" y="90976"/>
                  <a:pt x="7112000" y="203200"/>
                </a:cubicBezTo>
                <a:lnTo>
                  <a:pt x="7112000" y="6096000"/>
                </a:lnTo>
                <a:cubicBezTo>
                  <a:pt x="7112000" y="6208224"/>
                  <a:pt x="7021024" y="6299200"/>
                  <a:pt x="6908800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22098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9530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7112000"/>
              <a:gd name="connsiteY0" fmla="*/ 203200 h 6299200"/>
              <a:gd name="connisteX1" fmla="*/ 203200 w 7112000"/>
              <a:gd name="connsiteY1" fmla="*/ 0 h 6299200"/>
              <a:gd name="connisteX2" fmla="*/ 6908800 w 7112000"/>
              <a:gd name="connsiteY2" fmla="*/ 0 h 6299200"/>
              <a:gd name="connisteX3" fmla="*/ 7112000 w 7112000"/>
              <a:gd name="connsiteY3" fmla="*/ 203200 h 6299200"/>
              <a:gd name="connisteX4" fmla="*/ 7112000 w 7112000"/>
              <a:gd name="connsiteY4" fmla="*/ 6096000 h 6299200"/>
              <a:gd name="connisteX5" fmla="*/ 6908800 w 7112000"/>
              <a:gd name="connsiteY5" fmla="*/ 6299200 h 6299200"/>
              <a:gd name="connisteX6" fmla="*/ 203200 w 7112000"/>
              <a:gd name="connsiteY6" fmla="*/ 6299200 h 6299200"/>
              <a:gd name="connisteX7" fmla="*/ 0 w 7112000"/>
              <a:gd name="connsiteY7" fmla="*/ 6096000 h 6299200"/>
              <a:gd name="connisteX8" fmla="*/ 0 w 7112000"/>
              <a:gd name="connsiteY8" fmla="*/ 203200 h 629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112000" h="629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08800" y="0"/>
                </a:lnTo>
                <a:cubicBezTo>
                  <a:pt x="7021024" y="0"/>
                  <a:pt x="7112000" y="90976"/>
                  <a:pt x="7112000" y="203200"/>
                </a:cubicBezTo>
                <a:lnTo>
                  <a:pt x="7112000" y="6096000"/>
                </a:lnTo>
                <a:cubicBezTo>
                  <a:pt x="7112000" y="6208224"/>
                  <a:pt x="7021024" y="6299200"/>
                  <a:pt x="6908800" y="6299200"/>
                </a:cubicBezTo>
                <a:lnTo>
                  <a:pt x="203200" y="6299200"/>
                </a:lnTo>
                <a:cubicBezTo>
                  <a:pt x="90976" y="6299200"/>
                  <a:pt x="0" y="6208224"/>
                  <a:pt x="0" y="609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7848600" y="19050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6548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654800" y="4953000"/>
            <a:ext cx="452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10014_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02400" y="15240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02400" y="2082800"/>
            <a:ext cx="5080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02400" y="40386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02400" y="4597400"/>
            <a:ext cx="5080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62_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279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4648200" y="609600"/>
            <a:ext cx="50800" cy="1727200"/>
          </a:xfrm>
          <a:custGeom>
            <a:avLst/>
            <a:gdLst>
              <a:gd name="connisteX0" fmla="*/ 0 w 67733"/>
              <a:gd name="connsiteY0" fmla="*/ 33866 h 2302933"/>
              <a:gd name="connisteX1" fmla="*/ 33866 w 67733"/>
              <a:gd name="connsiteY1" fmla="*/ 0 h 2302933"/>
              <a:gd name="connisteX2" fmla="*/ 33866 w 67733"/>
              <a:gd name="connsiteY2" fmla="*/ 0 h 2302933"/>
              <a:gd name="connisteX3" fmla="*/ 67733 w 67733"/>
              <a:gd name="connsiteY3" fmla="*/ 33866 h 2302933"/>
              <a:gd name="connisteX4" fmla="*/ 67733 w 67733"/>
              <a:gd name="connsiteY4" fmla="*/ 2269066 h 2302933"/>
              <a:gd name="connisteX5" fmla="*/ 33866 w 67733"/>
              <a:gd name="connsiteY5" fmla="*/ 2302933 h 2302933"/>
              <a:gd name="connisteX6" fmla="*/ 33866 w 67733"/>
              <a:gd name="connsiteY6" fmla="*/ 2302933 h 2302933"/>
              <a:gd name="connisteX7" fmla="*/ 0 w 67733"/>
              <a:gd name="connsiteY7" fmla="*/ 2269066 h 2302933"/>
              <a:gd name="connisteX8" fmla="*/ 0 w 67733"/>
              <a:gd name="connsiteY8" fmla="*/ 33866 h 23029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7733" h="2302933">
                <a:moveTo>
                  <a:pt x="0" y="33867"/>
                </a:moveTo>
                <a:cubicBezTo>
                  <a:pt x="0" y="15163"/>
                  <a:pt x="15163" y="0"/>
                  <a:pt x="33867" y="0"/>
                </a:cubicBezTo>
                <a:lnTo>
                  <a:pt x="33867" y="0"/>
                </a:lnTo>
                <a:cubicBezTo>
                  <a:pt x="52571" y="0"/>
                  <a:pt x="67733" y="15163"/>
                  <a:pt x="67733" y="33867"/>
                </a:cubicBezTo>
                <a:lnTo>
                  <a:pt x="67733" y="2269067"/>
                </a:lnTo>
                <a:cubicBezTo>
                  <a:pt x="67733" y="2287771"/>
                  <a:pt x="52571" y="2302933"/>
                  <a:pt x="33867" y="2302933"/>
                </a:cubicBezTo>
                <a:lnTo>
                  <a:pt x="33867" y="2302933"/>
                </a:lnTo>
                <a:cubicBezTo>
                  <a:pt x="15163" y="2302933"/>
                  <a:pt x="0" y="2287771"/>
                  <a:pt x="0" y="2269067"/>
                </a:cubicBezTo>
                <a:lnTo>
                  <a:pt x="0" y="3386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8006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800600" y="1117600"/>
            <a:ext cx="30099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8420100" y="609600"/>
            <a:ext cx="50800" cy="1727200"/>
          </a:xfrm>
          <a:custGeom>
            <a:avLst/>
            <a:gdLst>
              <a:gd name="connisteX0" fmla="*/ 0 w 67733"/>
              <a:gd name="connsiteY0" fmla="*/ 33866 h 2302933"/>
              <a:gd name="connisteX1" fmla="*/ 33866 w 67733"/>
              <a:gd name="connsiteY1" fmla="*/ 0 h 2302933"/>
              <a:gd name="connisteX2" fmla="*/ 33866 w 67733"/>
              <a:gd name="connsiteY2" fmla="*/ 0 h 2302933"/>
              <a:gd name="connisteX3" fmla="*/ 67733 w 67733"/>
              <a:gd name="connsiteY3" fmla="*/ 33866 h 2302933"/>
              <a:gd name="connisteX4" fmla="*/ 67733 w 67733"/>
              <a:gd name="connsiteY4" fmla="*/ 2269066 h 2302933"/>
              <a:gd name="connisteX5" fmla="*/ 33866 w 67733"/>
              <a:gd name="connsiteY5" fmla="*/ 2302933 h 2302933"/>
              <a:gd name="connisteX6" fmla="*/ 33866 w 67733"/>
              <a:gd name="connsiteY6" fmla="*/ 2302933 h 2302933"/>
              <a:gd name="connisteX7" fmla="*/ 0 w 67733"/>
              <a:gd name="connsiteY7" fmla="*/ 2269066 h 2302933"/>
              <a:gd name="connisteX8" fmla="*/ 0 w 67733"/>
              <a:gd name="connsiteY8" fmla="*/ 33866 h 23029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7733" h="2302933">
                <a:moveTo>
                  <a:pt x="0" y="33867"/>
                </a:moveTo>
                <a:cubicBezTo>
                  <a:pt x="0" y="15163"/>
                  <a:pt x="15163" y="0"/>
                  <a:pt x="33867" y="0"/>
                </a:cubicBezTo>
                <a:lnTo>
                  <a:pt x="33867" y="0"/>
                </a:lnTo>
                <a:cubicBezTo>
                  <a:pt x="52571" y="0"/>
                  <a:pt x="67733" y="15163"/>
                  <a:pt x="67733" y="33867"/>
                </a:cubicBezTo>
                <a:lnTo>
                  <a:pt x="67733" y="2269067"/>
                </a:lnTo>
                <a:cubicBezTo>
                  <a:pt x="67733" y="2287771"/>
                  <a:pt x="52571" y="2302933"/>
                  <a:pt x="33867" y="2302933"/>
                </a:cubicBezTo>
                <a:lnTo>
                  <a:pt x="33867" y="2302933"/>
                </a:lnTo>
                <a:cubicBezTo>
                  <a:pt x="15163" y="2302933"/>
                  <a:pt x="0" y="2287771"/>
                  <a:pt x="0" y="2269067"/>
                </a:cubicBezTo>
                <a:lnTo>
                  <a:pt x="0" y="3386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572500" y="609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572500" y="1117600"/>
            <a:ext cx="30099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-38_1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+mj-lt"/>
                <a:ea typeface="+mj-ea"/>
              </a:rPr>
              <a:t>单击此处添加标题</a:t>
            </a:r>
            <a:endParaRPr lang="zh-CN" altLang="en-US">
              <a:latin typeface="+mj-lt"/>
              <a:ea typeface="+mj-ea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4605866"/>
              <a:gd name="connsiteY0" fmla="*/ 0 h 2777066"/>
              <a:gd name="connisteX1" fmla="*/ 4605866 w 4605866"/>
              <a:gd name="connsiteY1" fmla="*/ 0 h 2777066"/>
              <a:gd name="connisteX2" fmla="*/ 4605866 w 4605866"/>
              <a:gd name="connsiteY2" fmla="*/ 2573866 h 2777066"/>
              <a:gd name="connisteX3" fmla="*/ 4402666 w 4605866"/>
              <a:gd name="connsiteY3" fmla="*/ 2777066 h 2777066"/>
              <a:gd name="connisteX4" fmla="*/ 203200 w 4605866"/>
              <a:gd name="connsiteY4" fmla="*/ 2777066 h 2777066"/>
              <a:gd name="connisteX5" fmla="*/ 0 w 4605866"/>
              <a:gd name="connsiteY5" fmla="*/ 2573866 h 2777066"/>
              <a:gd name="connisteX6" fmla="*/ 0 w 4605866"/>
              <a:gd name="connsiteY6" fmla="*/ 0 h 27770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2777067">
                <a:moveTo>
                  <a:pt x="0" y="0"/>
                </a:moveTo>
                <a:lnTo>
                  <a:pt x="4605867" y="0"/>
                </a:lnTo>
                <a:lnTo>
                  <a:pt x="4605867" y="2573867"/>
                </a:lnTo>
                <a:cubicBezTo>
                  <a:pt x="4605867" y="2686091"/>
                  <a:pt x="4514891" y="2777067"/>
                  <a:pt x="4402667" y="2777067"/>
                </a:cubicBezTo>
                <a:lnTo>
                  <a:pt x="203200" y="2777067"/>
                </a:lnTo>
                <a:cubicBezTo>
                  <a:pt x="90976" y="2777067"/>
                  <a:pt x="0" y="2686091"/>
                  <a:pt x="0" y="2573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4605866"/>
              <a:gd name="connsiteY0" fmla="*/ 203200 h 3522133"/>
              <a:gd name="connisteX1" fmla="*/ 203200 w 4605866"/>
              <a:gd name="connsiteY1" fmla="*/ 0 h 3522133"/>
              <a:gd name="connisteX2" fmla="*/ 4402666 w 4605866"/>
              <a:gd name="connsiteY2" fmla="*/ 0 h 3522133"/>
              <a:gd name="connisteX3" fmla="*/ 4605866 w 4605866"/>
              <a:gd name="connsiteY3" fmla="*/ 203200 h 3522133"/>
              <a:gd name="connisteX4" fmla="*/ 4605866 w 4605866"/>
              <a:gd name="connsiteY4" fmla="*/ 3522133 h 3522133"/>
              <a:gd name="connisteX5" fmla="*/ 0 w 4605866"/>
              <a:gd name="connsiteY5" fmla="*/ 3522133 h 3522133"/>
              <a:gd name="connisteX6" fmla="*/ 0 w 4605866"/>
              <a:gd name="connsiteY6" fmla="*/ 203200 h 35221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3522133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3522133"/>
                </a:lnTo>
                <a:lnTo>
                  <a:pt x="0" y="3522133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4165600"/>
            <a:ext cx="3454400" cy="2082800"/>
          </a:xfrm>
          <a:custGeom>
            <a:avLst/>
            <a:gdLst>
              <a:gd name="connisteX0" fmla="*/ 0 w 4605866"/>
              <a:gd name="connsiteY0" fmla="*/ 0 h 2777066"/>
              <a:gd name="connisteX1" fmla="*/ 4605866 w 4605866"/>
              <a:gd name="connsiteY1" fmla="*/ 0 h 2777066"/>
              <a:gd name="connisteX2" fmla="*/ 4605866 w 4605866"/>
              <a:gd name="connsiteY2" fmla="*/ 2573866 h 2777066"/>
              <a:gd name="connisteX3" fmla="*/ 4402666 w 4605866"/>
              <a:gd name="connsiteY3" fmla="*/ 2777066 h 2777066"/>
              <a:gd name="connisteX4" fmla="*/ 203200 w 4605866"/>
              <a:gd name="connsiteY4" fmla="*/ 2777066 h 2777066"/>
              <a:gd name="connisteX5" fmla="*/ 0 w 4605866"/>
              <a:gd name="connsiteY5" fmla="*/ 2573866 h 2777066"/>
              <a:gd name="connisteX6" fmla="*/ 0 w 4605866"/>
              <a:gd name="connsiteY6" fmla="*/ 0 h 27770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2777067">
                <a:moveTo>
                  <a:pt x="0" y="0"/>
                </a:moveTo>
                <a:lnTo>
                  <a:pt x="4605867" y="0"/>
                </a:lnTo>
                <a:lnTo>
                  <a:pt x="4605867" y="2573867"/>
                </a:lnTo>
                <a:cubicBezTo>
                  <a:pt x="4605867" y="2686091"/>
                  <a:pt x="4514891" y="2777067"/>
                  <a:pt x="4402667" y="2777067"/>
                </a:cubicBezTo>
                <a:lnTo>
                  <a:pt x="203200" y="2777067"/>
                </a:lnTo>
                <a:cubicBezTo>
                  <a:pt x="90976" y="2777067"/>
                  <a:pt x="0" y="2686091"/>
                  <a:pt x="0" y="2573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4605866"/>
              <a:gd name="connsiteY0" fmla="*/ 203200 h 3522133"/>
              <a:gd name="connisteX1" fmla="*/ 203200 w 4605866"/>
              <a:gd name="connsiteY1" fmla="*/ 0 h 3522133"/>
              <a:gd name="connisteX2" fmla="*/ 4402666 w 4605866"/>
              <a:gd name="connsiteY2" fmla="*/ 0 h 3522133"/>
              <a:gd name="connisteX3" fmla="*/ 4605866 w 4605866"/>
              <a:gd name="connsiteY3" fmla="*/ 203200 h 3522133"/>
              <a:gd name="connisteX4" fmla="*/ 4605866 w 4605866"/>
              <a:gd name="connsiteY4" fmla="*/ 3522133 h 3522133"/>
              <a:gd name="connisteX5" fmla="*/ 0 w 4605866"/>
              <a:gd name="connsiteY5" fmla="*/ 3522133 h 3522133"/>
              <a:gd name="connisteX6" fmla="*/ 0 w 4605866"/>
              <a:gd name="connsiteY6" fmla="*/ 203200 h 35221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3522133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3522133"/>
                </a:lnTo>
                <a:lnTo>
                  <a:pt x="0" y="3522133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4605866"/>
              <a:gd name="connsiteY0" fmla="*/ 0 h 2777066"/>
              <a:gd name="connisteX1" fmla="*/ 4605866 w 4605866"/>
              <a:gd name="connsiteY1" fmla="*/ 0 h 2777066"/>
              <a:gd name="connisteX2" fmla="*/ 4605866 w 4605866"/>
              <a:gd name="connsiteY2" fmla="*/ 2573866 h 2777066"/>
              <a:gd name="connisteX3" fmla="*/ 4402666 w 4605866"/>
              <a:gd name="connsiteY3" fmla="*/ 2777066 h 2777066"/>
              <a:gd name="connisteX4" fmla="*/ 203200 w 4605866"/>
              <a:gd name="connsiteY4" fmla="*/ 2777066 h 2777066"/>
              <a:gd name="connisteX5" fmla="*/ 0 w 4605866"/>
              <a:gd name="connsiteY5" fmla="*/ 2573866 h 2777066"/>
              <a:gd name="connisteX6" fmla="*/ 0 w 4605866"/>
              <a:gd name="connsiteY6" fmla="*/ 0 h 277706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2777067">
                <a:moveTo>
                  <a:pt x="0" y="0"/>
                </a:moveTo>
                <a:lnTo>
                  <a:pt x="4605867" y="0"/>
                </a:lnTo>
                <a:lnTo>
                  <a:pt x="4605867" y="2573867"/>
                </a:lnTo>
                <a:cubicBezTo>
                  <a:pt x="4605867" y="2686091"/>
                  <a:pt x="4514891" y="2777067"/>
                  <a:pt x="4402667" y="2777067"/>
                </a:cubicBezTo>
                <a:lnTo>
                  <a:pt x="203200" y="2777067"/>
                </a:lnTo>
                <a:cubicBezTo>
                  <a:pt x="90976" y="2777067"/>
                  <a:pt x="0" y="2686091"/>
                  <a:pt x="0" y="2573867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4605866"/>
              <a:gd name="connsiteY0" fmla="*/ 203200 h 3522133"/>
              <a:gd name="connisteX1" fmla="*/ 203200 w 4605866"/>
              <a:gd name="connsiteY1" fmla="*/ 0 h 3522133"/>
              <a:gd name="connisteX2" fmla="*/ 4402666 w 4605866"/>
              <a:gd name="connsiteY2" fmla="*/ 0 h 3522133"/>
              <a:gd name="connisteX3" fmla="*/ 4605866 w 4605866"/>
              <a:gd name="connsiteY3" fmla="*/ 203200 h 3522133"/>
              <a:gd name="connisteX4" fmla="*/ 4605866 w 4605866"/>
              <a:gd name="connsiteY4" fmla="*/ 3522133 h 3522133"/>
              <a:gd name="connisteX5" fmla="*/ 0 w 4605866"/>
              <a:gd name="connsiteY5" fmla="*/ 3522133 h 3522133"/>
              <a:gd name="connisteX6" fmla="*/ 0 w 4605866"/>
              <a:gd name="connsiteY6" fmla="*/ 203200 h 352213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05867" h="3522133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402667" y="0"/>
                </a:lnTo>
                <a:cubicBezTo>
                  <a:pt x="4514891" y="0"/>
                  <a:pt x="4605867" y="90976"/>
                  <a:pt x="4605867" y="203200"/>
                </a:cubicBezTo>
                <a:lnTo>
                  <a:pt x="4605867" y="3522133"/>
                </a:lnTo>
                <a:lnTo>
                  <a:pt x="0" y="3522133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470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5029200"/>
            <a:ext cx="2844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2667000" y="1955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479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3987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8305800" y="1955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479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39878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18923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24511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02400" y="44069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02400" y="49657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99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299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35560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1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6400800" cy="2209800"/>
          </a:xfrm>
          <a:custGeom>
            <a:avLst/>
            <a:gdLst>
              <a:gd name="connisteX0" fmla="*/ 0 w 6400800"/>
              <a:gd name="connsiteY0" fmla="*/ 203200 h 2209800"/>
              <a:gd name="connisteX1" fmla="*/ 203200 w 6400800"/>
              <a:gd name="connsiteY1" fmla="*/ 0 h 2209800"/>
              <a:gd name="connisteX2" fmla="*/ 6400800 w 6400800"/>
              <a:gd name="connsiteY2" fmla="*/ 0 h 2209800"/>
              <a:gd name="connisteX3" fmla="*/ 6400800 w 6400800"/>
              <a:gd name="connsiteY3" fmla="*/ 2209800 h 2209800"/>
              <a:gd name="connisteX4" fmla="*/ 203200 w 6400800"/>
              <a:gd name="connsiteY4" fmla="*/ 2209800 h 2209800"/>
              <a:gd name="connisteX5" fmla="*/ 0 w 6400800"/>
              <a:gd name="connsiteY5" fmla="*/ 2006600 h 2209800"/>
              <a:gd name="connisteX6" fmla="*/ 0 w 6400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400800" y="0"/>
                </a:lnTo>
                <a:lnTo>
                  <a:pt x="6400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7010400" y="1524000"/>
            <a:ext cx="4572000" cy="2209800"/>
          </a:xfrm>
          <a:custGeom>
            <a:avLst/>
            <a:gdLst>
              <a:gd name="connisteX0" fmla="*/ 0 w 4572000"/>
              <a:gd name="connsiteY0" fmla="*/ 0 h 2209800"/>
              <a:gd name="connisteX1" fmla="*/ 4368800 w 4572000"/>
              <a:gd name="connsiteY1" fmla="*/ 0 h 2209800"/>
              <a:gd name="connisteX2" fmla="*/ 4572000 w 4572000"/>
              <a:gd name="connsiteY2" fmla="*/ 203200 h 2209800"/>
              <a:gd name="connisteX3" fmla="*/ 4572000 w 4572000"/>
              <a:gd name="connsiteY3" fmla="*/ 2006600 h 2209800"/>
              <a:gd name="connisteX4" fmla="*/ 4368800 w 4572000"/>
              <a:gd name="connsiteY4" fmla="*/ 2209800 h 2209800"/>
              <a:gd name="connisteX5" fmla="*/ 0 w 4572000"/>
              <a:gd name="connsiteY5" fmla="*/ 2209800 h 2209800"/>
              <a:gd name="connisteX6" fmla="*/ 0 w 4572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0"/>
                </a:moveTo>
                <a:lnTo>
                  <a:pt x="4368800" y="0"/>
                </a:lnTo>
                <a:cubicBezTo>
                  <a:pt x="4481024" y="0"/>
                  <a:pt x="4572000" y="90976"/>
                  <a:pt x="4572000" y="203200"/>
                </a:cubicBezTo>
                <a:lnTo>
                  <a:pt x="4572000" y="2006600"/>
                </a:lnTo>
                <a:cubicBezTo>
                  <a:pt x="4572000" y="2118824"/>
                  <a:pt x="4481024" y="2209800"/>
                  <a:pt x="4368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18923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4511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181600" y="4038600"/>
            <a:ext cx="6400800" cy="2209800"/>
          </a:xfrm>
          <a:custGeom>
            <a:avLst/>
            <a:gdLst>
              <a:gd name="connisteX0" fmla="*/ 0 w 6400800"/>
              <a:gd name="connsiteY0" fmla="*/ 0 h 2209800"/>
              <a:gd name="connisteX1" fmla="*/ 6197600 w 6400800"/>
              <a:gd name="connsiteY1" fmla="*/ 0 h 2209800"/>
              <a:gd name="connisteX2" fmla="*/ 6400800 w 6400800"/>
              <a:gd name="connsiteY2" fmla="*/ 203200 h 2209800"/>
              <a:gd name="connisteX3" fmla="*/ 6400800 w 6400800"/>
              <a:gd name="connsiteY3" fmla="*/ 2006600 h 2209800"/>
              <a:gd name="connisteX4" fmla="*/ 6197600 w 6400800"/>
              <a:gd name="connsiteY4" fmla="*/ 2209800 h 2209800"/>
              <a:gd name="connisteX5" fmla="*/ 0 w 6400800"/>
              <a:gd name="connsiteY5" fmla="*/ 2209800 h 2209800"/>
              <a:gd name="connisteX6" fmla="*/ 0 w 6400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4572000" cy="2209800"/>
          </a:xfrm>
          <a:custGeom>
            <a:avLst/>
            <a:gdLst>
              <a:gd name="connisteX0" fmla="*/ 0 w 4572000"/>
              <a:gd name="connsiteY0" fmla="*/ 203200 h 2209800"/>
              <a:gd name="connisteX1" fmla="*/ 203200 w 4572000"/>
              <a:gd name="connsiteY1" fmla="*/ 0 h 2209800"/>
              <a:gd name="connisteX2" fmla="*/ 4572000 w 4572000"/>
              <a:gd name="connsiteY2" fmla="*/ 0 h 2209800"/>
              <a:gd name="connisteX3" fmla="*/ 4572000 w 4572000"/>
              <a:gd name="connsiteY3" fmla="*/ 2209800 h 2209800"/>
              <a:gd name="connisteX4" fmla="*/ 203200 w 4572000"/>
              <a:gd name="connsiteY4" fmla="*/ 2209800 h 2209800"/>
              <a:gd name="connisteX5" fmla="*/ 0 w 4572000"/>
              <a:gd name="connsiteY5" fmla="*/ 2006600 h 2209800"/>
              <a:gd name="connisteX6" fmla="*/ 0 w 4572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5486400" y="4406900"/>
            <a:ext cx="579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5486400" y="4965700"/>
            <a:ext cx="5791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553200" y="21082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553200" y="26670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53200" y="4191000"/>
            <a:ext cx="4572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53200" y="4749800"/>
            <a:ext cx="4572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28800"/>
            <a:ext cx="47244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962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553200" y="1828800"/>
            <a:ext cx="47244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962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6" hasCustomPrompt="1"/>
            <p:custDataLst>
              <p:tags r:id="rId6"/>
            </p:custDataLst>
          </p:nvPr>
        </p:nvSpPr>
        <p:spPr>
          <a:xfrm>
            <a:off x="609600" y="1524000"/>
            <a:ext cx="10972800" cy="2133600"/>
          </a:xfrm>
          <a:custGeom>
            <a:avLst/>
            <a:gdLst>
              <a:gd name="connisteX0" fmla="*/ 0 w 10972800"/>
              <a:gd name="connsiteY0" fmla="*/ 203200 h 2133600"/>
              <a:gd name="connisteX1" fmla="*/ 203200 w 10972800"/>
              <a:gd name="connsiteY1" fmla="*/ 0 h 2133600"/>
              <a:gd name="connisteX2" fmla="*/ 10769600 w 10972800"/>
              <a:gd name="connsiteY2" fmla="*/ 0 h 2133600"/>
              <a:gd name="connisteX3" fmla="*/ 10972800 w 10972800"/>
              <a:gd name="connsiteY3" fmla="*/ 203200 h 2133600"/>
              <a:gd name="connisteX4" fmla="*/ 10972800 w 10972800"/>
              <a:gd name="connsiteY4" fmla="*/ 1930400 h 2133600"/>
              <a:gd name="connisteX5" fmla="*/ 10769600 w 10972800"/>
              <a:gd name="connsiteY5" fmla="*/ 2133600 h 2133600"/>
              <a:gd name="connisteX6" fmla="*/ 203200 w 10972800"/>
              <a:gd name="connsiteY6" fmla="*/ 2133600 h 2133600"/>
              <a:gd name="connisteX7" fmla="*/ 0 w 10972800"/>
              <a:gd name="connsiteY7" fmla="*/ 1930400 h 2133600"/>
              <a:gd name="connisteX8" fmla="*/ 0 w 10972800"/>
              <a:gd name="connsiteY8" fmla="*/ 2032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33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30400"/>
                </a:lnTo>
                <a:cubicBezTo>
                  <a:pt x="10972800" y="2042624"/>
                  <a:pt x="10881824" y="2133600"/>
                  <a:pt x="10769600" y="2133600"/>
                </a:cubicBezTo>
                <a:lnTo>
                  <a:pt x="203200" y="2133600"/>
                </a:lnTo>
                <a:cubicBezTo>
                  <a:pt x="90976" y="2133600"/>
                  <a:pt x="0" y="2042624"/>
                  <a:pt x="0" y="1930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7" hasCustomPrompt="1"/>
            <p:custDataLst>
              <p:tags r:id="rId7"/>
            </p:custDataLst>
          </p:nvPr>
        </p:nvSpPr>
        <p:spPr>
          <a:xfrm>
            <a:off x="609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2895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048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048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5181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334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334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400" hasCustomPrompt="1"/>
            <p:custDataLst>
              <p:tags r:id="rId16"/>
            </p:custDataLst>
          </p:nvPr>
        </p:nvSpPr>
        <p:spPr>
          <a:xfrm>
            <a:off x="7467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7620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7620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装饰  4"/>
          <p:cNvSpPr>
            <a:spLocks noGrp="1"/>
          </p:cNvSpPr>
          <p:nvPr>
            <p:ph type="body" idx="16401" hasCustomPrompt="1"/>
            <p:custDataLst>
              <p:tags r:id="rId19"/>
            </p:custDataLst>
          </p:nvPr>
        </p:nvSpPr>
        <p:spPr>
          <a:xfrm>
            <a:off x="9753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4" hasCustomPrompt="1"/>
            <p:custDataLst>
              <p:tags r:id="rId20"/>
            </p:custDataLst>
          </p:nvPr>
        </p:nvSpPr>
        <p:spPr>
          <a:xfrm>
            <a:off x="9906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9906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609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6324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797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797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09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324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7797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7797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2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2300" y="17018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133600" y="16510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133600" y="21590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22300" y="33782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2133600" y="33274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133600" y="38354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2300" y="50546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2133600" y="5003800"/>
            <a:ext cx="944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2133600" y="5511800"/>
            <a:ext cx="944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3860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4196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5052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5052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4008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008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296400" y="2387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9296400" y="2946400"/>
            <a:ext cx="2286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目录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05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装饰  5"/>
          <p:cNvSpPr>
            <a:spLocks noGrp="1"/>
          </p:cNvSpPr>
          <p:nvPr>
            <p:ph type="body" idx="16403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idx="16398" hasCustomPrompt="1"/>
            <p:custDataLst>
              <p:tags r:id="rId22"/>
            </p:custDataLst>
          </p:nvPr>
        </p:nvSpPr>
        <p:spPr>
          <a:xfrm>
            <a:off x="79946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06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9" name="装饰  8"/>
          <p:cNvSpPr>
            <a:spLocks noGrp="1"/>
          </p:cNvSpPr>
          <p:nvPr>
            <p:ph type="body" idx="16404" hasCustomPrompt="1"/>
            <p:custDataLst>
              <p:tags r:id="rId23"/>
            </p:custDataLst>
          </p:nvPr>
        </p:nvSpPr>
        <p:spPr>
          <a:xfrm>
            <a:off x="87757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idx="16397" hasCustomPrompt="1"/>
            <p:custDataLst>
              <p:tags r:id="rId24"/>
            </p:custDataLst>
          </p:nvPr>
        </p:nvSpPr>
        <p:spPr>
          <a:xfrm>
            <a:off x="90043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tags" Target="../tags/tag182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181.xml"/><Relationship Id="rId28" Type="http://schemas.openxmlformats.org/officeDocument/2006/relationships/tags" Target="../tags/tag180.xml"/><Relationship Id="rId27" Type="http://schemas.openxmlformats.org/officeDocument/2006/relationships/tags" Target="../tags/tag179.xml"/><Relationship Id="rId26" Type="http://schemas.openxmlformats.org/officeDocument/2006/relationships/tags" Target="../tags/tag178.xml"/><Relationship Id="rId25" Type="http://schemas.openxmlformats.org/officeDocument/2006/relationships/tags" Target="../tags/tag177.xml"/><Relationship Id="rId24" Type="http://schemas.openxmlformats.org/officeDocument/2006/relationships/tags" Target="../tags/tag176.xml"/><Relationship Id="rId23" Type="http://schemas.openxmlformats.org/officeDocument/2006/relationships/tags" Target="../tags/tag175.xml"/><Relationship Id="rId22" Type="http://schemas.openxmlformats.org/officeDocument/2006/relationships/image" Target="../media/image1.png"/><Relationship Id="rId21" Type="http://schemas.openxmlformats.org/officeDocument/2006/relationships/tags" Target="../tags/tag174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2" Type="http://schemas.openxmlformats.org/officeDocument/2006/relationships/theme" Target="../theme/theme3.xml"/><Relationship Id="rId31" Type="http://schemas.openxmlformats.org/officeDocument/2006/relationships/tags" Target="../tags/tag472.xml"/><Relationship Id="rId30" Type="http://schemas.openxmlformats.org/officeDocument/2006/relationships/tags" Target="../tags/tag471.xml"/><Relationship Id="rId3" Type="http://schemas.openxmlformats.org/officeDocument/2006/relationships/slideLayout" Target="../slideLayouts/slideLayout33.xml"/><Relationship Id="rId29" Type="http://schemas.openxmlformats.org/officeDocument/2006/relationships/tags" Target="../tags/tag470.xml"/><Relationship Id="rId28" Type="http://schemas.openxmlformats.org/officeDocument/2006/relationships/tags" Target="../tags/tag469.xml"/><Relationship Id="rId27" Type="http://schemas.openxmlformats.org/officeDocument/2006/relationships/tags" Target="../tags/tag468.xml"/><Relationship Id="rId26" Type="http://schemas.openxmlformats.org/officeDocument/2006/relationships/tags" Target="../tags/tag467.xml"/><Relationship Id="rId25" Type="http://schemas.openxmlformats.org/officeDocument/2006/relationships/tags" Target="../tags/tag466.xml"/><Relationship Id="rId24" Type="http://schemas.openxmlformats.org/officeDocument/2006/relationships/tags" Target="../tags/tag465.xml"/><Relationship Id="rId23" Type="http://schemas.openxmlformats.org/officeDocument/2006/relationships/image" Target="../media/image1.png"/><Relationship Id="rId22" Type="http://schemas.openxmlformats.org/officeDocument/2006/relationships/tags" Target="../tags/tag464.xml"/><Relationship Id="rId21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475.xml"/><Relationship Id="rId2" Type="http://schemas.openxmlformats.org/officeDocument/2006/relationships/tags" Target="../tags/tag474.xml"/><Relationship Id="rId1" Type="http://schemas.openxmlformats.org/officeDocument/2006/relationships/tags" Target="../tags/tag47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tags" Target="../tags/tag483.xml"/><Relationship Id="rId7" Type="http://schemas.openxmlformats.org/officeDocument/2006/relationships/tags" Target="../tags/tag482.xml"/><Relationship Id="rId6" Type="http://schemas.openxmlformats.org/officeDocument/2006/relationships/tags" Target="../tags/tag481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9" Type="http://schemas.openxmlformats.org/officeDocument/2006/relationships/slideLayout" Target="../slideLayouts/slideLayout14.xml"/><Relationship Id="rId18" Type="http://schemas.openxmlformats.org/officeDocument/2006/relationships/tags" Target="../tags/tag493.xml"/><Relationship Id="rId17" Type="http://schemas.openxmlformats.org/officeDocument/2006/relationships/tags" Target="../tags/tag492.xml"/><Relationship Id="rId16" Type="http://schemas.openxmlformats.org/officeDocument/2006/relationships/tags" Target="../tags/tag491.xml"/><Relationship Id="rId15" Type="http://schemas.openxmlformats.org/officeDocument/2006/relationships/tags" Target="../tags/tag490.xml"/><Relationship Id="rId14" Type="http://schemas.openxmlformats.org/officeDocument/2006/relationships/tags" Target="../tags/tag489.xml"/><Relationship Id="rId13" Type="http://schemas.openxmlformats.org/officeDocument/2006/relationships/tags" Target="../tags/tag488.xml"/><Relationship Id="rId12" Type="http://schemas.openxmlformats.org/officeDocument/2006/relationships/tags" Target="../tags/tag487.xml"/><Relationship Id="rId11" Type="http://schemas.openxmlformats.org/officeDocument/2006/relationships/tags" Target="../tags/tag486.xml"/><Relationship Id="rId10" Type="http://schemas.openxmlformats.org/officeDocument/2006/relationships/tags" Target="../tags/tag485.xml"/><Relationship Id="rId1" Type="http://schemas.openxmlformats.org/officeDocument/2006/relationships/tags" Target="../tags/tag47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96.xml"/><Relationship Id="rId2" Type="http://schemas.openxmlformats.org/officeDocument/2006/relationships/tags" Target="../tags/tag495.xml"/><Relationship Id="rId1" Type="http://schemas.openxmlformats.org/officeDocument/2006/relationships/tags" Target="../tags/tag49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tags" Target="../tags/tag503.xml"/><Relationship Id="rId7" Type="http://schemas.openxmlformats.org/officeDocument/2006/relationships/tags" Target="../tags/tag502.xml"/><Relationship Id="rId6" Type="http://schemas.openxmlformats.org/officeDocument/2006/relationships/tags" Target="../tags/tag501.xml"/><Relationship Id="rId5" Type="http://schemas.openxmlformats.org/officeDocument/2006/relationships/tags" Target="../tags/tag500.xml"/><Relationship Id="rId4" Type="http://schemas.openxmlformats.org/officeDocument/2006/relationships/tags" Target="../tags/tag499.xml"/><Relationship Id="rId3" Type="http://schemas.openxmlformats.org/officeDocument/2006/relationships/image" Target="../media/image4.jpeg"/><Relationship Id="rId2" Type="http://schemas.openxmlformats.org/officeDocument/2006/relationships/tags" Target="../tags/tag498.xml"/><Relationship Id="rId1" Type="http://schemas.openxmlformats.org/officeDocument/2006/relationships/tags" Target="../tags/tag49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" Type="http://schemas.openxmlformats.org/officeDocument/2006/relationships/tags" Target="../tags/tag50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513.xml"/><Relationship Id="rId7" Type="http://schemas.openxmlformats.org/officeDocument/2006/relationships/tags" Target="../tags/tag512.xml"/><Relationship Id="rId6" Type="http://schemas.openxmlformats.org/officeDocument/2006/relationships/tags" Target="../tags/tag511.xml"/><Relationship Id="rId5" Type="http://schemas.openxmlformats.org/officeDocument/2006/relationships/tags" Target="../tags/tag510.xml"/><Relationship Id="rId4" Type="http://schemas.openxmlformats.org/officeDocument/2006/relationships/image" Target="../media/image5.jpeg"/><Relationship Id="rId3" Type="http://schemas.openxmlformats.org/officeDocument/2006/relationships/tags" Target="../tags/tag509.xml"/><Relationship Id="rId2" Type="http://schemas.openxmlformats.org/officeDocument/2006/relationships/tags" Target="../tags/tag508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520.xml"/><Relationship Id="rId16" Type="http://schemas.openxmlformats.org/officeDocument/2006/relationships/tags" Target="../tags/tag519.xml"/><Relationship Id="rId15" Type="http://schemas.openxmlformats.org/officeDocument/2006/relationships/tags" Target="../tags/tag518.xml"/><Relationship Id="rId14" Type="http://schemas.openxmlformats.org/officeDocument/2006/relationships/image" Target="../media/image7.jpeg"/><Relationship Id="rId13" Type="http://schemas.openxmlformats.org/officeDocument/2006/relationships/tags" Target="../tags/tag517.xml"/><Relationship Id="rId12" Type="http://schemas.openxmlformats.org/officeDocument/2006/relationships/tags" Target="../tags/tag516.xml"/><Relationship Id="rId11" Type="http://schemas.openxmlformats.org/officeDocument/2006/relationships/tags" Target="../tags/tag515.xml"/><Relationship Id="rId10" Type="http://schemas.openxmlformats.org/officeDocument/2006/relationships/tags" Target="../tags/tag514.xml"/><Relationship Id="rId1" Type="http://schemas.openxmlformats.org/officeDocument/2006/relationships/tags" Target="../tags/tag50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23.xml"/><Relationship Id="rId2" Type="http://schemas.openxmlformats.org/officeDocument/2006/relationships/tags" Target="../tags/tag522.xml"/><Relationship Id="rId1" Type="http://schemas.openxmlformats.org/officeDocument/2006/relationships/tags" Target="../tags/tag52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tags" Target="../tags/tag530.xml"/><Relationship Id="rId7" Type="http://schemas.openxmlformats.org/officeDocument/2006/relationships/tags" Target="../tags/tag529.xml"/><Relationship Id="rId6" Type="http://schemas.openxmlformats.org/officeDocument/2006/relationships/tags" Target="../tags/tag528.xml"/><Relationship Id="rId5" Type="http://schemas.openxmlformats.org/officeDocument/2006/relationships/tags" Target="../tags/tag527.xml"/><Relationship Id="rId4" Type="http://schemas.openxmlformats.org/officeDocument/2006/relationships/image" Target="../media/image8.jpeg"/><Relationship Id="rId3" Type="http://schemas.openxmlformats.org/officeDocument/2006/relationships/tags" Target="../tags/tag526.xml"/><Relationship Id="rId2" Type="http://schemas.openxmlformats.org/officeDocument/2006/relationships/tags" Target="../tags/tag525.xml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533.xml"/><Relationship Id="rId11" Type="http://schemas.openxmlformats.org/officeDocument/2006/relationships/tags" Target="../tags/tag532.xml"/><Relationship Id="rId10" Type="http://schemas.openxmlformats.org/officeDocument/2006/relationships/tags" Target="../tags/tag531.xml"/><Relationship Id="rId1" Type="http://schemas.openxmlformats.org/officeDocument/2006/relationships/tags" Target="../tags/tag5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40.xml"/><Relationship Id="rId8" Type="http://schemas.openxmlformats.org/officeDocument/2006/relationships/tags" Target="../tags/tag539.xml"/><Relationship Id="rId7" Type="http://schemas.openxmlformats.org/officeDocument/2006/relationships/image" Target="../media/image12.jpeg"/><Relationship Id="rId6" Type="http://schemas.openxmlformats.org/officeDocument/2006/relationships/tags" Target="../tags/tag538.xml"/><Relationship Id="rId5" Type="http://schemas.openxmlformats.org/officeDocument/2006/relationships/tags" Target="../tags/tag537.xml"/><Relationship Id="rId4" Type="http://schemas.openxmlformats.org/officeDocument/2006/relationships/tags" Target="../tags/tag536.xml"/><Relationship Id="rId3" Type="http://schemas.openxmlformats.org/officeDocument/2006/relationships/image" Target="../media/image11.jpeg"/><Relationship Id="rId2" Type="http://schemas.openxmlformats.org/officeDocument/2006/relationships/tags" Target="../tags/tag535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541.xml"/><Relationship Id="rId1" Type="http://schemas.openxmlformats.org/officeDocument/2006/relationships/tags" Target="../tags/tag53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44.xml"/><Relationship Id="rId2" Type="http://schemas.openxmlformats.org/officeDocument/2006/relationships/tags" Target="../tags/tag543.xml"/><Relationship Id="rId1" Type="http://schemas.openxmlformats.org/officeDocument/2006/relationships/tags" Target="../tags/tag54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52.xml"/><Relationship Id="rId8" Type="http://schemas.openxmlformats.org/officeDocument/2006/relationships/tags" Target="../tags/tag551.xml"/><Relationship Id="rId7" Type="http://schemas.openxmlformats.org/officeDocument/2006/relationships/tags" Target="../tags/tag550.xml"/><Relationship Id="rId6" Type="http://schemas.openxmlformats.org/officeDocument/2006/relationships/tags" Target="../tags/tag549.xml"/><Relationship Id="rId5" Type="http://schemas.openxmlformats.org/officeDocument/2006/relationships/tags" Target="../tags/tag548.xml"/><Relationship Id="rId4" Type="http://schemas.openxmlformats.org/officeDocument/2006/relationships/tags" Target="../tags/tag547.xml"/><Relationship Id="rId3" Type="http://schemas.openxmlformats.org/officeDocument/2006/relationships/image" Target="../media/image13.jpeg"/><Relationship Id="rId2" Type="http://schemas.openxmlformats.org/officeDocument/2006/relationships/tags" Target="../tags/tag546.xml"/><Relationship Id="rId11" Type="http://schemas.openxmlformats.org/officeDocument/2006/relationships/slideLayout" Target="../slideLayouts/slideLayout19.xml"/><Relationship Id="rId10" Type="http://schemas.openxmlformats.org/officeDocument/2006/relationships/tags" Target="../tags/tag553.xml"/><Relationship Id="rId1" Type="http://schemas.openxmlformats.org/officeDocument/2006/relationships/tags" Target="../tags/tag54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56.xml"/><Relationship Id="rId2" Type="http://schemas.openxmlformats.org/officeDocument/2006/relationships/tags" Target="../tags/tag555.xml"/><Relationship Id="rId1" Type="http://schemas.openxmlformats.org/officeDocument/2006/relationships/tags" Target="../tags/tag55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tags" Target="../tags/tag563.xml"/><Relationship Id="rId7" Type="http://schemas.openxmlformats.org/officeDocument/2006/relationships/tags" Target="../tags/tag562.xml"/><Relationship Id="rId6" Type="http://schemas.openxmlformats.org/officeDocument/2006/relationships/tags" Target="../tags/tag561.xml"/><Relationship Id="rId5" Type="http://schemas.openxmlformats.org/officeDocument/2006/relationships/tags" Target="../tags/tag560.xml"/><Relationship Id="rId4" Type="http://schemas.openxmlformats.org/officeDocument/2006/relationships/image" Target="../media/image14.jpeg"/><Relationship Id="rId3" Type="http://schemas.openxmlformats.org/officeDocument/2006/relationships/tags" Target="../tags/tag559.xml"/><Relationship Id="rId2" Type="http://schemas.openxmlformats.org/officeDocument/2006/relationships/tags" Target="../tags/tag558.xml"/><Relationship Id="rId18" Type="http://schemas.openxmlformats.org/officeDocument/2006/relationships/slideLayout" Target="../slideLayouts/slideLayout20.xml"/><Relationship Id="rId17" Type="http://schemas.openxmlformats.org/officeDocument/2006/relationships/tags" Target="../tags/tag570.xml"/><Relationship Id="rId16" Type="http://schemas.openxmlformats.org/officeDocument/2006/relationships/tags" Target="../tags/tag569.xml"/><Relationship Id="rId15" Type="http://schemas.openxmlformats.org/officeDocument/2006/relationships/tags" Target="../tags/tag568.xml"/><Relationship Id="rId14" Type="http://schemas.openxmlformats.org/officeDocument/2006/relationships/image" Target="../media/image16.jpeg"/><Relationship Id="rId13" Type="http://schemas.openxmlformats.org/officeDocument/2006/relationships/tags" Target="../tags/tag567.xml"/><Relationship Id="rId12" Type="http://schemas.openxmlformats.org/officeDocument/2006/relationships/tags" Target="../tags/tag566.xml"/><Relationship Id="rId11" Type="http://schemas.openxmlformats.org/officeDocument/2006/relationships/tags" Target="../tags/tag565.xml"/><Relationship Id="rId10" Type="http://schemas.openxmlformats.org/officeDocument/2006/relationships/tags" Target="../tags/tag564.xml"/><Relationship Id="rId1" Type="http://schemas.openxmlformats.org/officeDocument/2006/relationships/tags" Target="../tags/tag55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573.xml"/><Relationship Id="rId2" Type="http://schemas.openxmlformats.org/officeDocument/2006/relationships/tags" Target="../tags/tag572.xml"/><Relationship Id="rId1" Type="http://schemas.openxmlformats.org/officeDocument/2006/relationships/tags" Target="../tags/tag5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基于</a:t>
            </a:r>
            <a:r>
              <a:rPr lang="en-US" altLang="zh-CN"/>
              <a:t>SpringAI</a:t>
            </a:r>
            <a:r>
              <a:rPr lang="zh-CN" altLang="en-US"/>
              <a:t>的智能电网运维设计与实现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汇报人</a:t>
            </a:r>
            <a:r>
              <a:rPr lang="en-US" altLang="zh-CN"/>
              <a:t>: </a:t>
            </a:r>
            <a:r>
              <a:rPr lang="zh-CN" altLang="en-US"/>
              <a:t>王昌振</a:t>
            </a:r>
            <a:r>
              <a:rPr lang="en-US" altLang="zh-CN"/>
              <a:t>        </a:t>
            </a:r>
            <a:endParaRPr lang="en-US" altLang="zh-CN"/>
          </a:p>
          <a:p>
            <a:r>
              <a:rPr lang="zh-CN" altLang="zh-CN"/>
              <a:t>指导老师：贺利坚</a:t>
            </a:r>
            <a:endParaRPr lang="zh-CN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>
            <a:noAutofit/>
          </a:bodyPr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4600"/>
              <a:t>目录</a:t>
            </a:r>
            <a:endParaRPr lang="zh-CN" altLang="en-US" sz="4600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8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研究背景和意义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1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相关技术研究现状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4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研究内容和系统设计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7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研究问题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17" name="装饰  0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预计成果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01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+mj-lt"/>
                <a:ea typeface="+mj-ea"/>
              </a:rPr>
              <a:t>研究背景和意义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研究背景与价值</a:t>
            </a:r>
            <a:endParaRPr lang="zh-CN" altLang="en-US"/>
          </a:p>
        </p:txBody>
      </p:sp>
      <p:pic>
        <p:nvPicPr>
          <p:cNvPr id="3" name="内容占位符 2"/>
          <p:cNvPicPr>
            <a:picLocks noGrp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579" b="579"/>
        </p:blipFill>
        <p:spPr>
          <a:xfrm>
            <a:off x="609600" y="1524000"/>
            <a:ext cx="10972800" cy="3098800"/>
          </a:xfr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响应国家政策要求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完善新型电力系统标准体系，构建现代智慧能源体系，解决传统运维依赖人工、忽略设备健康度等问题。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人工智能技术驱动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AI作为颠覆性前沿技术，深刻改变各行业形态，我国已将其上升为国家战略。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02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+mj-lt"/>
                <a:ea typeface="+mj-ea"/>
              </a:rPr>
              <a:t>相关技术研究现状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技术现状与趋势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/>
          <p:cNvPicPr>
            <a:picLocks noGrp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12510" r="12510"/>
        </p:blipFill>
        <p:spPr>
          <a:xfrm>
            <a:off x="914400" y="1828800"/>
            <a:ext cx="2844800" cy="2133600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智能电网标准演进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自2010年起构建全环节标准体系，实现从跟跑到领跑跨越，趋势向智慧能源系统扩展。</a:t>
            </a:r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/>
          <p:cNvPicPr>
            <a:picLocks noGrp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l="5569" r="5569"/>
        </p:blipFill>
        <p:spPr>
          <a:xfrm>
            <a:off x="4673600" y="1828800"/>
            <a:ext cx="2844800" cy="2133600"/>
          </a:xfr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国际标准动态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IEC发布智能电网路线图，前沿扩展至智慧能源、智慧城市等融合领域。</a:t>
            </a:r>
            <a:endParaRPr lang="zh-CN" altLang="en-US"/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/>
          <p:cNvPicPr>
            <a:picLocks noGrp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11647" r="11647"/>
        </p:blipFill>
        <p:spPr>
          <a:xfrm>
            <a:off x="8432800" y="1828800"/>
            <a:ext cx="2844800" cy="2133600"/>
          </a:xfr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各国战略布局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美国强调互操作框架，日本聚焦储能等7个重点领域标准布局。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03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+mj-lt"/>
                <a:ea typeface="+mj-ea"/>
              </a:rPr>
              <a:t>研究内容和系统设计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系统核心流程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/>
          <p:cNvPicPr>
            <a:picLocks noGrp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16618" r="16618"/>
        </p:blipFill>
        <p:spPr>
          <a:xfrm>
            <a:off x="2209800" y="1905000"/>
            <a:ext cx="2133600" cy="2133600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数据采集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Spring Boot定时任务读取多模态数据，因为没有实际的传感器，通过前端操作实现数值改变，模型训练的数据是真实的。</a:t>
            </a:r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/>
          <p:cNvPicPr>
            <a:picLocks noGrp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16676" r="16676"/>
        </p:blipFill>
        <p:spPr>
          <a:xfrm>
            <a:off x="7848600" y="1905000"/>
            <a:ext cx="2133600" cy="2133600"/>
          </a:xfr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决策生成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6746536" y="4953037"/>
            <a:ext cx="4521200" cy="914400"/>
          </a:xfrm>
        </p:spPr>
        <p:txBody>
          <a:bodyPr>
            <a:noAutofit/>
          </a:bodyPr>
          <a:p>
            <a:r>
              <a:rPr lang="zh-CN" altLang="en-US"/>
              <a:t>将发送给Spring AI检索数据库中设备状态和向量知识库，如果超过阈值则生成专业运维操作表单，降低人工操作复杂度。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 userDrawn="1"/>
        </p:nvSpPr>
        <p:spPr>
          <a:xfrm>
            <a:off x="7278557" y="0"/>
            <a:ext cx="4913407" cy="6858037"/>
          </a:xfrm>
          <a:prstGeom prst="rect">
            <a:avLst/>
          </a:prstGeom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>
                <a:cs typeface="Arial" panose="020B0604020202020204" pitchFamily="34" charset="0"/>
              </a:rPr>
              <a:t>1</a:t>
            </a:r>
            <a:r>
              <a:rPr lang="zh-CN" altLang="en-US">
                <a:cs typeface="Arial" panose="020B0604020202020204" pitchFamily="34" charset="0"/>
              </a:rPr>
              <a:t>）</a:t>
            </a:r>
            <a:r>
              <a:rPr lang="en-US" altLang="zh-CN">
                <a:cs typeface="Arial" panose="020B0604020202020204" pitchFamily="34" charset="0"/>
              </a:rPr>
              <a:t>Spring Boot </a:t>
            </a:r>
            <a:r>
              <a:rPr lang="zh-CN" altLang="en-US">
                <a:cs typeface="Arial" panose="020B0604020202020204" pitchFamily="34" charset="0"/>
              </a:rPr>
              <a:t>定时任务每</a:t>
            </a:r>
            <a:r>
              <a:rPr lang="en-US" altLang="zh-CN">
                <a:cs typeface="Arial" panose="020B0604020202020204" pitchFamily="34" charset="0"/>
              </a:rPr>
              <a:t>10</a:t>
            </a:r>
            <a:r>
              <a:rPr lang="zh-CN" altLang="en-US">
                <a:cs typeface="Arial" panose="020B0604020202020204" pitchFamily="34" charset="0"/>
              </a:rPr>
              <a:t>分钟后端从 </a:t>
            </a:r>
            <a:r>
              <a:rPr lang="en-US" altLang="zh-CN">
                <a:cs typeface="Arial" panose="020B0604020202020204" pitchFamily="34" charset="0"/>
              </a:rPr>
              <a:t>MySQL</a:t>
            </a:r>
            <a:r>
              <a:rPr lang="zh-CN" altLang="en-US">
                <a:cs typeface="Arial" panose="020B0604020202020204" pitchFamily="34" charset="0"/>
              </a:rPr>
              <a:t>（历史数据）中读取设备时间序列数据通过</a:t>
            </a:r>
            <a:r>
              <a:rPr lang="en-US" altLang="zh-CN">
                <a:cs typeface="Arial" panose="020B0604020202020204" pitchFamily="34" charset="0"/>
              </a:rPr>
              <a:t>Spring AI </a:t>
            </a:r>
            <a:r>
              <a:rPr lang="zh-CN" altLang="en-US">
                <a:cs typeface="Arial" panose="020B0604020202020204" pitchFamily="34" charset="0"/>
              </a:rPr>
              <a:t>发送给 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>
                <a:cs typeface="Arial" panose="020B0604020202020204" pitchFamily="34" charset="0"/>
              </a:rPr>
              <a:t>大模型读取设备进行分析并反馈结果。</a:t>
            </a:r>
            <a:endParaRPr lang="zh-CN" altLang="en-US">
              <a:cs typeface="Arial" panose="020B0604020202020204" pitchFamily="34" charset="0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>
              <a:cs typeface="Arial" panose="020B0604020202020204" pitchFamily="34" charset="0"/>
            </a:endParaRPr>
          </a:p>
          <a:p>
            <a:endParaRPr lang="zh-CN" altLang="en-US">
              <a:cs typeface="Arial" panose="020B0604020202020204" pitchFamily="34" charset="0"/>
            </a:endParaRPr>
          </a:p>
          <a:p>
            <a:endParaRPr lang="zh-CN" altLang="en-US">
              <a:cs typeface="Arial" panose="020B0604020202020204" pitchFamily="34" charset="0"/>
            </a:endParaRPr>
          </a:p>
          <a:p>
            <a:endParaRPr lang="zh-CN" altLang="en-US">
              <a:cs typeface="Arial" panose="020B0604020202020204" pitchFamily="34" charset="0"/>
            </a:endParaRPr>
          </a:p>
          <a:p>
            <a:endParaRPr lang="zh-CN" altLang="en-US">
              <a:cs typeface="Arial" panose="020B0604020202020204" pitchFamily="34" charset="0"/>
            </a:endParaRPr>
          </a:p>
          <a:p>
            <a:r>
              <a:rPr lang="zh-CN" altLang="en-US">
                <a:cs typeface="Arial" panose="020B0604020202020204" pitchFamily="34" charset="0"/>
              </a:rPr>
              <a:t>（</a:t>
            </a:r>
            <a:r>
              <a:rPr lang="en-US" altLang="zh-CN">
                <a:cs typeface="Arial" panose="020B0604020202020204" pitchFamily="34" charset="0"/>
              </a:rPr>
              <a:t>2</a:t>
            </a:r>
            <a:r>
              <a:rPr lang="zh-CN" altLang="en-US">
                <a:cs typeface="Arial" panose="020B0604020202020204" pitchFamily="34" charset="0"/>
              </a:rPr>
              <a:t>）</a:t>
            </a:r>
            <a:r>
              <a:rPr lang="en-US" altLang="zh-CN">
                <a:cs typeface="Arial" panose="020B0604020202020204" pitchFamily="34" charset="0"/>
              </a:rPr>
              <a:t>Spring Boot</a:t>
            </a:r>
            <a:r>
              <a:rPr lang="zh-CN" altLang="en-US">
                <a:cs typeface="Arial" panose="020B0604020202020204" pitchFamily="34" charset="0"/>
              </a:rPr>
              <a:t>处理数据，</a:t>
            </a:r>
            <a:r>
              <a:rPr lang="zh-CN" altLang="en-US">
                <a:solidFill>
                  <a:schemeClr val="tx1"/>
                </a:solidFill>
                <a:cs typeface="Arial" panose="020B0604020202020204" pitchFamily="34" charset="0"/>
              </a:rPr>
              <a:t>根据反馈结果</a:t>
            </a:r>
            <a:r>
              <a:rPr lang="zh-CN" altLang="en-US">
                <a:cs typeface="Arial" panose="020B0604020202020204" pitchFamily="34" charset="0"/>
              </a:rPr>
              <a:t>触发警报给前端提醒，</a:t>
            </a:r>
            <a:r>
              <a:rPr lang="en-US" altLang="zh-CN">
                <a:cs typeface="Arial" panose="020B0604020202020204" pitchFamily="34" charset="0"/>
              </a:rPr>
              <a:t>Spring AI </a:t>
            </a:r>
            <a:r>
              <a:rPr lang="zh-CN" altLang="en-US">
                <a:cs typeface="Arial" panose="020B0604020202020204" pitchFamily="34" charset="0"/>
              </a:rPr>
              <a:t>引擎 → 引擎向 </a:t>
            </a:r>
            <a:r>
              <a:rPr lang="en-US" altLang="zh-CN">
                <a:cs typeface="Arial" panose="020B0604020202020204" pitchFamily="34" charset="0"/>
              </a:rPr>
              <a:t>Chroma </a:t>
            </a:r>
            <a:r>
              <a:rPr lang="zh-CN" altLang="en-US">
                <a:cs typeface="Arial" panose="020B0604020202020204" pitchFamily="34" charset="0"/>
              </a:rPr>
              <a:t>向量数据库 检索相关运维知识生成运维操作表单。</a:t>
            </a:r>
            <a:endParaRPr lang="zh-CN" altLang="en-US">
              <a:cs typeface="Arial" panose="020B0604020202020204" pitchFamily="34" charset="0"/>
            </a:endParaRPr>
          </a:p>
          <a:p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）发电量预测，同样是</a:t>
            </a:r>
            <a:r>
              <a:rPr lang="en-US" altLang="zh-CN"/>
              <a:t>Spring boot</a:t>
            </a:r>
            <a:r>
              <a:rPr lang="zh-CN" altLang="en-US"/>
              <a:t>获取数据，发送给</a:t>
            </a:r>
            <a:r>
              <a:rPr lang="en-US" altLang="zh-CN"/>
              <a:t>python</a:t>
            </a:r>
            <a:r>
              <a:rPr lang="zh-CN" altLang="en-US"/>
              <a:t>后端，用</a:t>
            </a:r>
            <a:r>
              <a:rPr lang="en-US" altLang="zh-CN"/>
              <a:t>lstm</a:t>
            </a:r>
            <a:r>
              <a:rPr lang="zh-CN" altLang="en-US"/>
              <a:t>长短记忆时间序列实现预测，可以推广到设备检测负荷。</a:t>
            </a:r>
            <a:endParaRPr lang="zh-CN" altLang="en-US"/>
          </a:p>
        </p:txBody>
      </p:sp>
      <p:pic>
        <p:nvPicPr>
          <p:cNvPr id="6" name="图片 5" descr="post_object_image_30680438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7131"/>
            <a:ext cx="7090426" cy="5609169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55006" y="467360"/>
            <a:ext cx="7979051" cy="94624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3200"/>
              <a:t> 系统整体流程</a:t>
            </a:r>
            <a:endParaRPr lang="zh-CN" altLang="en-US"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系统架构设计</a:t>
            </a:r>
            <a:endParaRPr lang="zh-CN" altLang="en-US"/>
          </a:p>
        </p:txBody>
      </p:sp>
      <p:pic>
        <p:nvPicPr>
          <p:cNvPr id="3" name="内容占位符 2"/>
          <p:cNvPicPr>
            <a:picLocks noGrp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1292" b="1292"/>
        </p:blipFill>
        <p:spPr>
          <a:xfrm>
            <a:off x="609600" y="1524000"/>
            <a:ext cx="5588000" cy="2209800"/>
          </a:xfr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技术栈选型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基于Spring Boot、Spring AI、</a:t>
            </a:r>
            <a:r>
              <a:rPr lang="en-US" altLang="zh-CN"/>
              <a:t>Mysql</a:t>
            </a:r>
            <a:r>
              <a:rPr lang="zh-CN" altLang="en-US"/>
              <a:t>数据库、Chroma或者其他的向量数据库，尽量考虑安全性、Vue3构建全栈智能运维系统。</a:t>
            </a:r>
            <a:endParaRPr lang="zh-CN" altLang="en-US"/>
          </a:p>
        </p:txBody>
      </p:sp>
      <p:pic>
        <p:nvPicPr>
          <p:cNvPr id="6" name="内容占位符 5"/>
          <p:cNvPicPr>
            <a:picLocks noGrp="1"/>
          </p:cNvPicPr>
          <p:nvPr>
            <p:ph idx="16391"/>
            <p:custDataLst>
              <p:tags r:id="rId6"/>
            </p:custDataLst>
          </p:nvPr>
        </p:nvPicPr>
        <p:blipFill>
          <a:blip r:embed="rId7"/>
          <a:srcRect t="1292" b="1292"/>
        </p:blipFill>
        <p:spPr>
          <a:xfrm>
            <a:off x="609600" y="4038600"/>
            <a:ext cx="5588000" cy="2209800"/>
          </a:xfr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跨领域推广潜力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以部分关键设备和预测发电起点，可扩展至整个电网设备状态获取以及所有设备健康度预测，构建完整的运维系统，推广到通用工业设备的运维。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04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+mj-lt"/>
                <a:ea typeface="+mj-ea"/>
              </a:rPr>
              <a:t>研究问题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关键研究问题</a:t>
            </a:r>
            <a:endParaRPr lang="zh-CN" altLang="en-US"/>
          </a:p>
        </p:txBody>
      </p:sp>
      <p:pic>
        <p:nvPicPr>
          <p:cNvPr id="3" name="内容占位符 2"/>
          <p:cNvPicPr>
            <a:picLocks noGrp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154" b="154"/>
        </p:blipFill>
        <p:spPr>
          <a:xfrm>
            <a:off x="609600" y="2794000"/>
            <a:ext cx="10972800" cy="3454400"/>
          </a:xfrm>
        </p:spPr>
      </p:pic>
      <p:sp>
        <p:nvSpPr>
          <p:cNvPr id="4" name="装饰  7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RAG输出规范优化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提升RAG生成内容的规范性与准确性，确保运维表单专业可靠。</a:t>
            </a:r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发电量预测算法选择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探索风力发电设备发电量预测的最优算法，在</a:t>
            </a:r>
            <a:r>
              <a:rPr lang="en-US" altLang="zh-CN"/>
              <a:t>LSTM</a:t>
            </a:r>
            <a:r>
              <a:rPr lang="zh-CN" altLang="en-US"/>
              <a:t>基础上提高预测准确性。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+mn-lt"/>
                <a:ea typeface="+mn-ea"/>
              </a:rPr>
              <a:t>05</a:t>
            </a:r>
            <a:endParaRPr lang="en-US" altLang="en-US">
              <a:latin typeface="+mn-lt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+mj-lt"/>
                <a:ea typeface="+mj-ea"/>
              </a:rPr>
              <a:t>预计成果</a:t>
            </a:r>
            <a:endParaRPr lang="zh-CN" altLang="en-US">
              <a:latin typeface="+mj-lt"/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预期成果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/>
          <p:cNvPicPr>
            <a:picLocks noGrp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4128" b="4128"/>
        </p:blipFill>
        <p:spPr>
          <a:xfrm>
            <a:off x="609600" y="1524000"/>
            <a:ext cx="3454400" cy="2641600"/>
          </a:xfr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形成技术方案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构建基于SpringAI的智能电网运维系统完整技术方案，包含核心流程与架构设计。</a:t>
            </a:r>
            <a:endParaRPr lang="zh-CN" altLang="en-US"/>
          </a:p>
        </p:txBody>
      </p:sp>
      <p:sp>
        <p:nvSpPr>
          <p:cNvPr id="7" name="装饰  0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/>
          <p:cNvPicPr>
            <a:picLocks noGrp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l="10269" r="10269"/>
        </p:blipFill>
        <p:spPr>
          <a:xfrm>
            <a:off x="4368800" y="1524000"/>
            <a:ext cx="3454400" cy="2641600"/>
          </a:xfr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解决关键问题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优化RAG输出规范，确定风力发电预测最优算法，提升系统实用性。</a:t>
            </a:r>
            <a:endParaRPr lang="zh-CN" altLang="en-US"/>
          </a:p>
        </p:txBody>
      </p:sp>
      <p:sp>
        <p:nvSpPr>
          <p:cNvPr id="11" name="装饰  4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/>
          <p:cNvPicPr>
            <a:picLocks noGrp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11765" b="11765"/>
        </p:blipFill>
        <p:spPr>
          <a:xfrm>
            <a:off x="8128000" y="1524000"/>
            <a:ext cx="3454400" cy="2641600"/>
          </a:xfr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支撑标准完善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为新型电力系统标准体系提供技术附加与案例参考，促进体系完善。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THANKS</a:t>
            </a:r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100"/>
              <a:t>谢谢观看</a:t>
            </a:r>
            <a:endParaRPr lang="zh-CN" altLang="en-US" sz="61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</p:tagLst>
</file>

<file path=ppt/tags/tag10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20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21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22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25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71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72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73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74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7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8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e905392b5a776f7f7c2e40982592b5860f1fb6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89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90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91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92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9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94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9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97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98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9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00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</p:tagLst>
</file>

<file path=ppt/tags/tag10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</p:tagLst>
</file>

<file path=ppt/tags/tag10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</p:tagLst>
</file>

<file path=ppt/tags/tag11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1"/>
  <p:tag name="KSO_WM_UNIT_SUBTYPE" val="d"/>
  <p:tag name="KSO_WM_UNIT_TYPE" val="l_h_i"/>
</p:tagLst>
</file>

<file path=ppt/tags/tag1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db975af844c90357f07827fa18ca670b63ac23"/>
  <p:tag name="KSO_WM_NEWLAYOUT_ID" val="slide_15d51d1237e15606"/>
</p:tagLst>
</file>

<file path=ppt/tags/tag1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d882ed560fd2e5fe885b1fc970c9df9eb1f165"/>
  <p:tag name="KSO_WM_NEWLAYOUT_ID" val="slide_27cc099696412825"/>
</p:tagLst>
</file>

<file path=ppt/tags/tag1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e8ba95344d9efe6c540489778d7b8e95bab1f7"/>
  <p:tag name="KSO_WM_NEWLAYOUT_ID" val="slide_0490e86dca4ec783"/>
</p:tagLst>
</file>

<file path=ppt/tags/tag1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305c4aa713cdf3afd2ed6551d46b995c74e59a0"/>
  <p:tag name="KSO_WM_NEWLAYOUT_ID" val="slide_504b870359682aa1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a7707c613b41b5d26a186f919ec25374013878"/>
  <p:tag name="KSO_WM_NEWLAYOUT_ID" val="slide_72ee7055fb184196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da6590524520bf27fa5515b960563f7c25a2c9"/>
  <p:tag name="KSO_WM_NEWLAYOUT_ID" val="slide_6c07e26d1b15289c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igh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18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ae283594db3642dd6fc59e9ce2edc63daadaa67"/>
  <p:tag name="KSO_WM_NEWLAYOUT_GROUP_ID" val="layout_31"/>
  <p:tag name="KSO_WM_NEWLAYOUT_ID" val="slide_aaf94aee24f2559b"/>
</p:tagLst>
</file>

<file path=ppt/tags/tag1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b5db784a3adbb0ddf517795e5f4d5923ad9b235"/>
  <p:tag name="KSO_WM_NEWLAYOUT_GROUP_ID" val="layout_38"/>
  <p:tag name="KSO_WM_NEWLAYOUT_ID" val="slide_c91d8aca741fdc21"/>
</p:tagLst>
</file>

<file path=ppt/tags/tag1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135404a7ef0dd11ac7d31a7de01199417c5c6c"/>
  <p:tag name="KSO_WM_NEWLAYOUT_GROUP_ID" val="layout_10014"/>
  <p:tag name="KSO_WM_NEWLAYOUT_ID" val="slide_89f9a9d80b13df0c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3d5bcd58298025b0a9087864df9dff0eb99fb9"/>
  <p:tag name="KSO_WM_NEWLAYOUT_GROUP_ID" val="layout_10004"/>
  <p:tag name="KSO_WM_NEWLAYOUT_ID" val="slide_2413216d433b758f"/>
</p:tagLst>
</file>

<file path=ppt/tags/tag2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63d43422999d5cb9705e896586c539b56795e16"/>
  <p:tag name="KSO_WM_NEWLAYOUT_GROUP_ID" val="layout_26"/>
  <p:tag name="KSO_WM_NEWLAYOUT_ID" val="slide_5397de42ff9007f8"/>
</p:tagLst>
</file>

<file path=ppt/tags/tag2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e09b11cc38da53fbea57c074e3ff0736658c42"/>
  <p:tag name="KSO_WM_NEWLAYOUT_GROUP_ID" val="layout_60"/>
  <p:tag name="KSO_WM_NEWLAYOUT_ID" val="slide_7a497b07d3397511"/>
</p:tagLst>
</file>

<file path=ppt/tags/tag2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4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62102d0225ff4f305b1b8aa097fc7b8f05e672"/>
  <p:tag name="KSO_WM_NEWLAYOUT_GROUP_ID" val="layout_48"/>
  <p:tag name="KSO_WM_NEWLAYOUT_ID" val="slide_5641565affb8564a"/>
</p:tagLst>
</file>

<file path=ppt/tags/tag2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a2066310f63b9a9e60800bf5728a0edeb38215"/>
  <p:tag name="KSO_WM_NEWLAYOUT_GROUP_ID" val="layout_6"/>
  <p:tag name="KSO_WM_NEWLAYOUT_ID" val="slide_acc7948a249ecb22"/>
</p:tagLst>
</file>

<file path=ppt/tags/tag2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3a9b96ba6049fca671cf420f78f85cc066d47d0"/>
  <p:tag name="KSO_WM_NEWLAYOUT_GROUP_ID" val="layout_10012"/>
  <p:tag name="KSO_WM_NEWLAYOUT_ID" val="slide_ed19c0db6ed585c4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8818fd9f2b5fc2faf7ae80c09a29a65771d644"/>
  <p:tag name="KSO_WM_NEWLAYOUT_GROUP_ID" val="layout_51"/>
  <p:tag name="KSO_WM_NEWLAYOUT_ID" val="slide_090884a5b4d69dad"/>
</p:tagLst>
</file>

<file path=ppt/tags/tag2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cfd1d91f05edfc60907ef6eeeff8e82b0bfdb5e"/>
  <p:tag name="KSO_WM_NEWLAYOUT_GROUP_ID" val="layout_42"/>
  <p:tag name="KSO_WM_NEWLAYOUT_ID" val="slide_a584adb009ce018d"/>
</p:tagLst>
</file>

<file path=ppt/tags/tag3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0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1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0def32c786426f93bce1213af6b309153b7dc1b"/>
  <p:tag name="KSO_WM_NEWLAYOUT_GROUP_ID" val="layout_34"/>
  <p:tag name="KSO_WM_NEWLAYOUT_ID" val="slide_758c0c38998d981e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5a555dfb88e54e998b287f90c58b8cc0b08f5d5"/>
  <p:tag name="KSO_WM_NEWLAYOUT_GROUP_ID" val="layout_35"/>
  <p:tag name="KSO_WM_NEWLAYOUT_ID" val="slide_3a8d68c4cb9e2e1d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1c15ff86977c64f21e84eab6068abc1b3e6e8c"/>
  <p:tag name="KSO_WM_NEWLAYOUT_GROUP_ID" val="layout_30"/>
  <p:tag name="KSO_WM_NEWLAYOUT_ID" val="slide_97e71a9c1fd50a82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5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7f2d97d09b42c82d736347d168145001ae82d9"/>
  <p:tag name="KSO_WM_NEWLAYOUT_GROUP_ID" val="layout_10013"/>
  <p:tag name="KSO_WM_NEWLAYOUT_ID" val="slide_2b9069f18f10c11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fd6c4136f89c1d9dd53d53509aba7005eed7ba2"/>
  <p:tag name="KSO_WM_NEWLAYOUT_GROUP_ID" val="layout_2"/>
  <p:tag name="KSO_WM_NEWLAYOUT_ID" val="slide_dbd12360534da726"/>
</p:tagLst>
</file>

<file path=ppt/tags/tag3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0008280605ef5c65a7663bb2b937351965d88e"/>
  <p:tag name="KSO_WM_NEWLAYOUT_GROUP_ID" val="layout_10007"/>
  <p:tag name="KSO_WM_NEWLAYOUT_ID" val="slide_0d254d8dedbca5a4"/>
</p:tagLst>
</file>

<file path=ppt/tags/tag3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c840c17deb48a31d83729d062b66820adc7fc4"/>
  <p:tag name="KSO_WM_NEWLAYOUT_GROUP_ID" val="layout_10003"/>
  <p:tag name="KSO_WM_NEWLAYOUT_ID" val="slide_4e5d78b2efef294f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1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9c1d77f07a0d6bea15c75e19507aeb39ecfbd5a"/>
  <p:tag name="KSO_WM_NEWLAYOUT_GROUP_ID" val="layout_10009"/>
  <p:tag name="KSO_WM_NEWLAYOUT_ID" val="slide_5c3899e33f322f8b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12984db5360ae16ca1920e6bfe2bafc16b88bf"/>
  <p:tag name="KSO_WM_NEWLAYOUT_GROUP_ID" val="layout_27"/>
  <p:tag name="KSO_WM_NEWLAYOUT_ID" val="slide_bbec08b93f7bcfad"/>
</p:tagLst>
</file>

<file path=ppt/tags/tag4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c081e0f008390d5d8ff6487ac7e44b750a880fc"/>
  <p:tag name="KSO_WM_NEWLAYOUT_GROUP_ID" val="layout_1-5"/>
  <p:tag name="KSO_WM_NEWLAYOUT_ID" val="slide_ba60fb0293b23fda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44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45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4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4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SUBTYPE" val="d"/>
  <p:tag name="KSO_WM_UNIT_TYPE" val="l_h_i"/>
</p:tagLst>
</file>

<file path=ppt/tags/tag4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2"/>
  <p:tag name="KSO_WM_UNIT_TYPE" val="l_h_i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1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4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47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1*a*1"/>
  <p:tag name="KSO_WM_UNIT_LAYERLEVEL" val="1"/>
  <p:tag name="KSO_WM_TAG_VERSION" val="3.0"/>
  <p:tag name="KSO_WM_TEMPLATE_CATEGORY" val="custom"/>
  <p:tag name="KSO_WM_TEMPLATE_INDEX" val="40494636"/>
  <p:tag name="KSO_WM_UNIT_VALUE" val="24"/>
</p:tagLst>
</file>

<file path=ppt/tags/tag474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1*f*2"/>
  <p:tag name="KSO_WM_UNIT_LAYERLEVEL" val="1"/>
  <p:tag name="KSO_WM_TAG_VERSION" val="3.0"/>
  <p:tag name="KSO_WM_TEMPLATE_CATEGORY" val="custom"/>
  <p:tag name="KSO_WM_TEMPLATE_INDEX" val="40494636"/>
  <p:tag name="KSO_WM_UNIT_PRESET_TEXT" val="BY WPS"/>
  <p:tag name="KSO_WM_UNIT_VALUE" val="29"/>
</p:tagLst>
</file>

<file path=ppt/tags/tag475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1"/>
  <p:tag name="KSO_WM_SLIDE_INDEX" val="1"/>
  <p:tag name="KSO_WM_SLIDE_ITEM_CNT" val="0"/>
  <p:tag name="KSO_WM_SLIDE_LAYOUT" val="a_f"/>
  <p:tag name="KSO_WM_SLIDE_LAYOUT_CNT" val="1_2"/>
  <p:tag name="KSO_WM_SLIDE_TYPE" val="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4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bdc804e7abf0c8c854756807082f64502966170"/>
  <p:tag name="KSO_WM_NEWLAYOUT_ID" val="slide_cea45c27deb23863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1"/>
  <p:tag name="KSO_WM_UNIT_SUBTYPE" val="d"/>
  <p:tag name="KSO_WM_UNIT_TYPE" val="l_h_i"/>
  <p:tag name="KSO_WM_SLIDE_FIGMA_DIAGRAM" val="1"/>
</p:tagLst>
</file>

<file path=ppt/tags/tag4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SLIDE_FIGMA_DIAGRAM" val="1"/>
</p:tagLst>
</file>

<file path=ppt/tags/tag4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SLIDE_FIGMA_DIAGRAM" val="1"/>
</p:tagLst>
</file>

<file path=ppt/tags/tag4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1"/>
  <p:tag name="KSO_WM_UNIT_SUBTYPE" val="d"/>
  <p:tag name="KSO_WM_UNIT_TYPE" val="l_h_i"/>
  <p:tag name="KSO_WM_SLIDE_FIGMA_DIAGRAM" val="1"/>
</p:tagLst>
</file>

<file path=ppt/tags/tag4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SLIDE_FIGMA_DIAGRAM" val="1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SLIDE_FIGMA_DIAGRAM" val="1"/>
</p:tagLst>
</file>

<file path=ppt/tags/tag4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1"/>
  <p:tag name="KSO_WM_UNIT_SUBTYPE" val="d"/>
  <p:tag name="KSO_WM_UNIT_TYPE" val="l_h_i"/>
  <p:tag name="KSO_WM_SLIDE_FIGMA_DIAGRAM" val="1"/>
</p:tagLst>
</file>

<file path=ppt/tags/tag4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SLIDE_FIGMA_DIAGRAM" val="1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SLIDE_FIGMA_DIAGRAM" val="1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1"/>
  <p:tag name="KSO_WM_UNIT_SUBTYPE" val="d"/>
  <p:tag name="KSO_WM_UNIT_TYPE" val="l_h_i"/>
  <p:tag name="KSO_WM_SLIDE_FIGMA_DIAGRAM" val="1"/>
</p:tagLst>
</file>

<file path=ppt/tags/tag48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SLIDE_FIGMA_DIAGRAM" val="1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SLIDE_FIGMA_DIAGRAM" val="1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1"/>
  <p:tag name="KSO_WM_UNIT_SUBTYPE" val="d"/>
  <p:tag name="KSO_WM_UNIT_TYPE" val="l_h_i"/>
  <p:tag name="KSO_WM_SLIDE_FIGMA_DIAGRAM" val="1"/>
</p:tagLst>
</file>

<file path=ppt/tags/tag49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SLIDE_FIGMA_DIAGRAM" val="1"/>
</p:tagLst>
</file>

<file path=ppt/tags/tag4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SLIDE_FIGMA_DIAGRAM" val="1"/>
</p:tagLst>
</file>

<file path=ppt/tags/tag493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SLIDE_ID" val="slide_cea45c27deb23863"/>
</p:tagLst>
</file>

<file path=ppt/tags/tag49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49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496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4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db975af844c90357f07827fa18ca670b63ac23"/>
  <p:tag name="KSO_WM_NEWLAYOUT_ID" val="slide_15d51d1237e15606"/>
</p:tagLst>
</file>

<file path=ppt/tags/tag4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0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15d51d1237e15606"/>
</p:tagLst>
</file>

<file path=ppt/tags/tag50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50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506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8d882ed560fd2e5fe885b1fc970c9df9eb1f165"/>
  <p:tag name="KSO_WM_NEWLAYOUT_ID" val="slide_27cc099696412825"/>
</p:tagLst>
</file>

<file path=ppt/tags/tag50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2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27cc099696412825"/>
</p:tagLst>
</file>

<file path=ppt/tags/tag52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52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523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e8ba95344d9efe6c540489778d7b8e95bab1f7"/>
  <p:tag name="KSO_WM_NEWLAYOUT_ID" val="slide_0490e86dca4ec783"/>
</p:tagLst>
</file>

<file path=ppt/tags/tag5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0490e86dca4ec783"/>
</p:tagLst>
</file>

<file path=ppt/tags/tag5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305c4aa713cdf3afd2ed6551d46b995c74e59a0"/>
  <p:tag name="KSO_WM_NEWLAYOUT_ID" val="slide_504b870359682aa1"/>
</p:tagLst>
</file>

<file path=ppt/tags/tag5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504b870359682aa1"/>
</p:tagLst>
</file>

<file path=ppt/tags/tag54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54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544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a7707c613b41b5d26a186f919ec25374013878"/>
  <p:tag name="KSO_WM_NEWLAYOUT_ID" val="slide_72ee7055fb184196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DIAGRAM_VIRTUALLY_FRAME" val="{&quot;height&quot;:136,&quot;left&quot;:366,&quot;top&quot;:48,&quot;width&quot;:546}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DIAGRAM_VIRTUALLY_FRAME" val="{&quot;height&quot;:136,&quot;left&quot;:366,&quot;top&quot;:48,&quot;width&quot;:546}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DIAGRAM_VIRTUALLY_FRAME" val="{&quot;height&quot;:136,&quot;left&quot;:366,&quot;top&quot;:48,&quot;width&quot;:546}"/>
</p:tagLst>
</file>

<file path=ppt/tags/tag5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DIAGRAM_VIRTUALLY_FRAME" val="{&quot;height&quot;:136,&quot;left&quot;:366,&quot;top&quot;:48,&quot;width&quot;:546}"/>
</p:tagLst>
</file>

<file path=ppt/tags/tag5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DIAGRAM_VIRTUALLY_FRAME" val="{&quot;height&quot;:136,&quot;left&quot;:366,&quot;top&quot;:48,&quot;width&quot;:546}"/>
</p:tagLst>
</file>

<file path=ppt/tags/tag5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DIAGRAM_VIRTUALLY_FRAME" val="{&quot;height&quot;:136,&quot;left&quot;:366,&quot;top&quot;:48,&quot;width&quot;:546}"/>
</p:tagLst>
</file>

<file path=ppt/tags/tag5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SLIDE_ID" val="slide_72ee7055fb184196"/>
</p:tagLst>
</file>

<file path=ppt/tags/tag554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4636_3*e*1"/>
  <p:tag name="KSO_WM_UNIT_LAYERLEVEL" val="1"/>
  <p:tag name="KSO_WM_TAG_VERSION" val="3.0"/>
  <p:tag name="KSO_WM_TEMPLATE_CATEGORY" val="custom"/>
  <p:tag name="KSO_WM_TEMPLATE_INDEX" val="40494636"/>
  <p:tag name="KSO_WM_UNIT_PRESET_TEXT" val="01"/>
  <p:tag name="KSO_WM_UNIT_VALUE" val="1"/>
</p:tagLst>
</file>

<file path=ppt/tags/tag55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3*a*1"/>
  <p:tag name="KSO_WM_UNIT_LAYERLEVEL" val="1"/>
  <p:tag name="KSO_WM_TAG_VERSION" val="3.0"/>
  <p:tag name="KSO_WM_TEMPLATE_CATEGORY" val="custom"/>
  <p:tag name="KSO_WM_TEMPLATE_INDEX" val="40494636"/>
  <p:tag name="KSO_WM_UNIT_PRESET_TEXT" val="章节页的标题"/>
  <p:tag name="KSO_WM_UNIT_VALUE" val="30"/>
</p:tagLst>
</file>

<file path=ppt/tags/tag556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3"/>
  <p:tag name="KSO_WM_SLIDE_INDEX" val="3"/>
  <p:tag name="KSO_WM_SLIDE_ITEM_CNT" val="0"/>
  <p:tag name="KSO_WM_SLIDE_LAYOUT" val="a_e"/>
  <p:tag name="KSO_WM_SLIDE_LAYOUT_CNT" val="1_1"/>
  <p:tag name="KSO_WM_SLIDE_TYPE" val="sectionTitl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eda6590524520bf27fa5515b960563f7c25a2c9"/>
  <p:tag name="KSO_WM_NEWLAYOUT_ID" val="slide_6c07e26d1b15289c"/>
</p:tagLst>
</file>

<file path=ppt/tags/tag5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7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6c07e26d1b15289c"/>
</p:tagLst>
</file>

<file path=ppt/tags/tag571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4636_5*b*1"/>
  <p:tag name="KSO_WM_UNIT_LAYERLEVEL" val="1"/>
  <p:tag name="KSO_WM_TAG_VERSION" val="3.0"/>
  <p:tag name="KSO_WM_TEMPLATE_CATEGORY" val="custom"/>
  <p:tag name="KSO_WM_TEMPLATE_INDEX" val="40494636"/>
  <p:tag name="KSO_WM_UNIT_PRESET_TEXT" val="THE END"/>
</p:tagLst>
</file>

<file path=ppt/tags/tag57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ID" val="custom40494636_5*a*1"/>
  <p:tag name="KSO_WM_UNIT_LAYERLEVEL" val="1"/>
  <p:tag name="KSO_WM_TAG_VERSION" val="3.0"/>
  <p:tag name="KSO_WM_TEMPLATE_CATEGORY" val="custom"/>
  <p:tag name="KSO_WM_TEMPLATE_INDEX" val="40494636"/>
  <p:tag name="KSO_WM_UNIT_PRESET_TEXT" val="谢谢观看"/>
</p:tagLst>
</file>

<file path=ppt/tags/tag573.xml><?xml version="1.0" encoding="utf-8"?>
<p:tagLst xmlns:p="http://schemas.openxmlformats.org/presentationml/2006/main">
  <p:tag name="KSO_WM_BEAUTIFY_FLAG" val="#wm#"/>
  <p:tag name="KSO_WM_FIGMA_LIMIT" val=""/>
  <p:tag name="KSO_WM_FIGMA_SLIDE_GROUP" val="1"/>
  <p:tag name="KSO_WM_SLIDE_ID" val="custom40494636_5"/>
  <p:tag name="KSO_WM_SLIDE_INDEX" val="5"/>
  <p:tag name="KSO_WM_SLIDE_ITEM_CNT" val="0"/>
  <p:tag name="KSO_WM_SLIDE_LAYOUT" val="a_b"/>
  <p:tag name="KSO_WM_SLIDE_LAYOUT_CNT" val="1_1"/>
  <p:tag name="KSO_WM_SLIDE_TYPE" val="endPage"/>
  <p:tag name="KSO_WM_TAG_VERSION" val="3.0"/>
  <p:tag name="KSO_WM_TEMPLATE_CATEGORY" val="custom"/>
  <p:tag name="KSO_WM_TEMPLATE_COLOR_TYPE" val="0"/>
  <p:tag name="KSO_WM_TEMPLATE_INDEX" val="40494636"/>
  <p:tag name="KSO_WM_TEMPLATE_MASTER_TYPE" val="0"/>
  <p:tag name="KSO_WM_TEMPLATE_SUBCATEGORY" val="29"/>
</p:tagLst>
</file>

<file path=ppt/tags/tag574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蓝色毕业答辩简约风主题">
  <a:themeElements>
    <a:clrScheme name="自定义 316">
      <a:dk1>
        <a:srgbClr val="000000"/>
      </a:dk1>
      <a:lt1>
        <a:srgbClr val="FFFFFF"/>
      </a:lt1>
      <a:dk2>
        <a:srgbClr val="333638"/>
      </a:dk2>
      <a:lt2>
        <a:srgbClr val="EFF1F4"/>
      </a:lt2>
      <a:accent1>
        <a:srgbClr val="0745AA"/>
      </a:accent1>
      <a:accent2>
        <a:srgbClr val="478DFF"/>
      </a:accent2>
      <a:accent3>
        <a:srgbClr val="1B55B3"/>
      </a:accent3>
      <a:accent4>
        <a:srgbClr val="69A9FF"/>
      </a:accent4>
      <a:accent5>
        <a:srgbClr val="356CC4"/>
      </a:accent5>
      <a:accent6>
        <a:srgbClr val="91C5FF"/>
      </a:accent6>
      <a:hlink>
        <a:srgbClr val="DDEBFF"/>
      </a:hlink>
      <a:folHlink>
        <a:srgbClr val="75ADFB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蓝色毕业答辩简约风主题">
  <a:themeElements>
    <a:clrScheme name="">
      <a:dk1>
        <a:srgbClr val="000000"/>
      </a:dk1>
      <a:lt1>
        <a:srgbClr val="FFFFFF"/>
      </a:lt1>
      <a:dk2>
        <a:srgbClr val="03204C"/>
      </a:dk2>
      <a:lt2>
        <a:srgbClr val="F2F3F5"/>
      </a:lt2>
      <a:accent1>
        <a:srgbClr val="0745AA"/>
      </a:accent1>
      <a:accent2>
        <a:srgbClr val="478DFF"/>
      </a:accent2>
      <a:accent3>
        <a:srgbClr val="1B55B3"/>
      </a:accent3>
      <a:accent4>
        <a:srgbClr val="88B4FB"/>
      </a:accent4>
      <a:accent5>
        <a:srgbClr val="356CC4"/>
      </a:accent5>
      <a:accent6>
        <a:srgbClr val="9EC0F9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WPS 演示</Application>
  <PresentationFormat>宽屏</PresentationFormat>
  <Paragraphs>168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微软雅黑</vt:lpstr>
      <vt:lpstr>MiSans DemiBold</vt:lpstr>
      <vt:lpstr>Segoe Print</vt:lpstr>
      <vt:lpstr>MiSans Medium</vt:lpstr>
      <vt:lpstr>MiSans Normal</vt:lpstr>
      <vt:lpstr>Arial Unicode MS</vt:lpstr>
      <vt:lpstr>Calibri</vt:lpstr>
      <vt:lpstr>MiSans Normal</vt:lpstr>
      <vt:lpstr>蓝色毕业答辩简约风主题</vt:lpstr>
      <vt:lpstr>Office 主题</vt:lpstr>
      <vt:lpstr>2_蓝色毕业答辩简约风主题</vt:lpstr>
      <vt:lpstr>基于SpringAI的智能电网运维设计与实现</vt:lpstr>
      <vt:lpstr>目录</vt:lpstr>
      <vt:lpstr>研究背景和意义</vt:lpstr>
      <vt:lpstr>研究背景与价值</vt:lpstr>
      <vt:lpstr>相关技术研究现状</vt:lpstr>
      <vt:lpstr>技术现状与趋势</vt:lpstr>
      <vt:lpstr>研究内容和系统设计</vt:lpstr>
      <vt:lpstr>系统核心流程</vt:lpstr>
      <vt:lpstr>PowerPoint 演示文稿</vt:lpstr>
      <vt:lpstr>系统架构设计</vt:lpstr>
      <vt:lpstr>研究问题</vt:lpstr>
      <vt:lpstr>关键研究问题</vt:lpstr>
      <vt:lpstr>预计成果</vt:lpstr>
      <vt:lpstr>预期成果</vt:lpstr>
      <vt:lpstr>谢谢观看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基于SpringAI的智能电网运维设计与实现</dc:title>
  <dc:creator/>
  <cp:lastModifiedBy>和煦</cp:lastModifiedBy>
  <cp:revision>4</cp:revision>
  <dcterms:created xsi:type="dcterms:W3CDTF">2025-12-23T02:03:00Z</dcterms:created>
  <dcterms:modified xsi:type="dcterms:W3CDTF">2025-12-23T07:12:46Z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116BEA3FDEF14036A1CBE7113FA7F5C6_13</vt:lpwstr>
  </property>
  <property fmtid="{D5CDD505-2E9C-101B-9397-08002B2CF9AE}" pid="4" name="KSOTemplateUUID">
    <vt:lpwstr>v1.0_ai_69796643749</vt:lpwstr>
  </property>
</Properties>
</file>